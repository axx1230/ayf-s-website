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4" r:id="rId7"/>
    <p:sldId id="258" r:id="rId8"/>
    <p:sldId id="259" r:id="rId9"/>
    <p:sldId id="260" r:id="rId10"/>
    <p:sldId id="261" r:id="rId11"/>
    <p:sldId id="262" r:id="rId12"/>
    <p:sldId id="265" r:id="rId13"/>
    <p:sldId id="266" r:id="rId14"/>
    <p:sldId id="267" r:id="rId15"/>
    <p:sldId id="268" r:id="rId16"/>
    <p:sldId id="269" r:id="rId17"/>
    <p:sldId id="270" r:id="rId18"/>
    <p:sldId id="263" r:id="rId19"/>
    <p:sldId id="273" r:id="rId20"/>
    <p:sldId id="271" r:id="rId21"/>
    <p:sldId id="272" r:id="rId22"/>
    <p:sldId id="274" r:id="rId23"/>
    <p:sldId id="275" r:id="rId24"/>
    <p:sldId id="276" r:id="rId25"/>
    <p:sldId id="277" r:id="rId26"/>
    <p:sldId id="278" r:id="rId27"/>
    <p:sldId id="279" r:id="rId28"/>
    <p:sldId id="28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5EDCEB-FE78-AC30-59A8-40A48D74FDC0}" name="Nasreen Nasreen" initials="NN" userId="S::nasreen.nasreen@hruc.ac.uk::e2505c11-0247-4260-9397-e71347015a9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AF4D0E-C688-6D42-A97F-FBC32ED7318A}" v="252" dt="2025-06-11T15:53:34.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s Farhan (40208262)" userId="S::40208262@hruc.ac.uk::c85cc640-cd83-4d86-aabe-e389c5c2b009" providerId="AD" clId="Web-{04AF4D0E-C688-6D42-A97F-FBC32ED7318A}"/>
    <pc:docChg chg="modSld">
      <pc:chgData name="Anas Farhan (40208262)" userId="S::40208262@hruc.ac.uk::c85cc640-cd83-4d86-aabe-e389c5c2b009" providerId="AD" clId="Web-{04AF4D0E-C688-6D42-A97F-FBC32ED7318A}" dt="2025-06-11T15:53:28.193" v="254" actId="20577"/>
      <pc:docMkLst>
        <pc:docMk/>
      </pc:docMkLst>
      <pc:sldChg chg="addSp modSp mod setBg">
        <pc:chgData name="Anas Farhan (40208262)" userId="S::40208262@hruc.ac.uk::c85cc640-cd83-4d86-aabe-e389c5c2b009" providerId="AD" clId="Web-{04AF4D0E-C688-6D42-A97F-FBC32ED7318A}" dt="2025-06-11T14:13:01.130" v="24"/>
        <pc:sldMkLst>
          <pc:docMk/>
          <pc:sldMk cId="109857222" sldId="256"/>
        </pc:sldMkLst>
        <pc:spChg chg="mod">
          <ac:chgData name="Anas Farhan (40208262)" userId="S::40208262@hruc.ac.uk::c85cc640-cd83-4d86-aabe-e389c5c2b009" providerId="AD" clId="Web-{04AF4D0E-C688-6D42-A97F-FBC32ED7318A}" dt="2025-06-11T14:13:01.130" v="24"/>
          <ac:spMkLst>
            <pc:docMk/>
            <pc:sldMk cId="109857222" sldId="256"/>
            <ac:spMk id="2" creationId="{00000000-0000-0000-0000-000000000000}"/>
          </ac:spMkLst>
        </pc:spChg>
        <pc:spChg chg="mod">
          <ac:chgData name="Anas Farhan (40208262)" userId="S::40208262@hruc.ac.uk::c85cc640-cd83-4d86-aabe-e389c5c2b009" providerId="AD" clId="Web-{04AF4D0E-C688-6D42-A97F-FBC32ED7318A}" dt="2025-06-11T14:13:01.130" v="24"/>
          <ac:spMkLst>
            <pc:docMk/>
            <pc:sldMk cId="109857222" sldId="256"/>
            <ac:spMk id="3" creationId="{00000000-0000-0000-0000-000000000000}"/>
          </ac:spMkLst>
        </pc:spChg>
        <pc:spChg chg="add">
          <ac:chgData name="Anas Farhan (40208262)" userId="S::40208262@hruc.ac.uk::c85cc640-cd83-4d86-aabe-e389c5c2b009" providerId="AD" clId="Web-{04AF4D0E-C688-6D42-A97F-FBC32ED7318A}" dt="2025-06-11T14:13:01.130" v="24"/>
          <ac:spMkLst>
            <pc:docMk/>
            <pc:sldMk cId="109857222" sldId="256"/>
            <ac:spMk id="8" creationId="{F456DBD1-1048-5A22-C973-3E5FA83F57BA}"/>
          </ac:spMkLst>
        </pc:spChg>
      </pc:sldChg>
      <pc:sldChg chg="addSp delSp modSp mod setBg">
        <pc:chgData name="Anas Farhan (40208262)" userId="S::40208262@hruc.ac.uk::c85cc640-cd83-4d86-aabe-e389c5c2b009" providerId="AD" clId="Web-{04AF4D0E-C688-6D42-A97F-FBC32ED7318A}" dt="2025-06-11T14:13:07.567" v="25"/>
        <pc:sldMkLst>
          <pc:docMk/>
          <pc:sldMk cId="1471913616" sldId="257"/>
        </pc:sldMkLst>
        <pc:spChg chg="mod">
          <ac:chgData name="Anas Farhan (40208262)" userId="S::40208262@hruc.ac.uk::c85cc640-cd83-4d86-aabe-e389c5c2b009" providerId="AD" clId="Web-{04AF4D0E-C688-6D42-A97F-FBC32ED7318A}" dt="2025-06-11T14:13:07.567" v="25"/>
          <ac:spMkLst>
            <pc:docMk/>
            <pc:sldMk cId="1471913616" sldId="257"/>
            <ac:spMk id="2" creationId="{1AAF79E5-2824-3F35-224E-DD50AA2616BE}"/>
          </ac:spMkLst>
        </pc:spChg>
        <pc:spChg chg="del">
          <ac:chgData name="Anas Farhan (40208262)" userId="S::40208262@hruc.ac.uk::c85cc640-cd83-4d86-aabe-e389c5c2b009" providerId="AD" clId="Web-{04AF4D0E-C688-6D42-A97F-FBC32ED7318A}" dt="2025-06-11T14:13:07.567" v="25"/>
          <ac:spMkLst>
            <pc:docMk/>
            <pc:sldMk cId="1471913616" sldId="257"/>
            <ac:spMk id="3" creationId="{D347CA76-B5C8-3502-66C1-53CDF310AC48}"/>
          </ac:spMkLst>
        </pc:spChg>
        <pc:spChg chg="add">
          <ac:chgData name="Anas Farhan (40208262)" userId="S::40208262@hruc.ac.uk::c85cc640-cd83-4d86-aabe-e389c5c2b009" providerId="AD" clId="Web-{04AF4D0E-C688-6D42-A97F-FBC32ED7318A}" dt="2025-06-11T14:13:07.567" v="25"/>
          <ac:spMkLst>
            <pc:docMk/>
            <pc:sldMk cId="1471913616" sldId="257"/>
            <ac:spMk id="9" creationId="{600DC1B0-7E1A-BD02-3F93-19E6B1B75075}"/>
          </ac:spMkLst>
        </pc:spChg>
        <pc:graphicFrameChg chg="add">
          <ac:chgData name="Anas Farhan (40208262)" userId="S::40208262@hruc.ac.uk::c85cc640-cd83-4d86-aabe-e389c5c2b009" providerId="AD" clId="Web-{04AF4D0E-C688-6D42-A97F-FBC32ED7318A}" dt="2025-06-11T14:13:07.567" v="25"/>
          <ac:graphicFrameMkLst>
            <pc:docMk/>
            <pc:sldMk cId="1471913616" sldId="257"/>
            <ac:graphicFrameMk id="5" creationId="{0FD0356C-E307-DC76-565E-81CF4DA83C7F}"/>
          </ac:graphicFrameMkLst>
        </pc:graphicFrameChg>
      </pc:sldChg>
      <pc:sldChg chg="addSp delSp modSp mod setBg">
        <pc:chgData name="Anas Farhan (40208262)" userId="S::40208262@hruc.ac.uk::c85cc640-cd83-4d86-aabe-e389c5c2b009" providerId="AD" clId="Web-{04AF4D0E-C688-6D42-A97F-FBC32ED7318A}" dt="2025-06-11T15:42:48.625" v="243" actId="20577"/>
        <pc:sldMkLst>
          <pc:docMk/>
          <pc:sldMk cId="3509878719" sldId="258"/>
        </pc:sldMkLst>
        <pc:spChg chg="mod">
          <ac:chgData name="Anas Farhan (40208262)" userId="S::40208262@hruc.ac.uk::c85cc640-cd83-4d86-aabe-e389c5c2b009" providerId="AD" clId="Web-{04AF4D0E-C688-6D42-A97F-FBC32ED7318A}" dt="2025-06-11T14:13:41.647" v="31"/>
          <ac:spMkLst>
            <pc:docMk/>
            <pc:sldMk cId="3509878719" sldId="258"/>
            <ac:spMk id="2" creationId="{DA539134-1122-7D90-70DD-9706FECC93E1}"/>
          </ac:spMkLst>
        </pc:spChg>
        <pc:spChg chg="mod">
          <ac:chgData name="Anas Farhan (40208262)" userId="S::40208262@hruc.ac.uk::c85cc640-cd83-4d86-aabe-e389c5c2b009" providerId="AD" clId="Web-{04AF4D0E-C688-6D42-A97F-FBC32ED7318A}" dt="2025-06-11T15:42:48.625" v="243" actId="20577"/>
          <ac:spMkLst>
            <pc:docMk/>
            <pc:sldMk cId="3509878719" sldId="258"/>
            <ac:spMk id="3" creationId="{EF8A4AA3-0CC8-9187-3B0B-EC33F5F4604F}"/>
          </ac:spMkLst>
        </pc:spChg>
        <pc:spChg chg="add del">
          <ac:chgData name="Anas Farhan (40208262)" userId="S::40208262@hruc.ac.uk::c85cc640-cd83-4d86-aabe-e389c5c2b009" providerId="AD" clId="Web-{04AF4D0E-C688-6D42-A97F-FBC32ED7318A}" dt="2025-06-11T14:13:39.350" v="28"/>
          <ac:spMkLst>
            <pc:docMk/>
            <pc:sldMk cId="3509878719" sldId="258"/>
            <ac:spMk id="8" creationId="{49511223-F73D-772B-6D44-F64267F3BC8A}"/>
          </ac:spMkLst>
        </pc:spChg>
        <pc:spChg chg="add">
          <ac:chgData name="Anas Farhan (40208262)" userId="S::40208262@hruc.ac.uk::c85cc640-cd83-4d86-aabe-e389c5c2b009" providerId="AD" clId="Web-{04AF4D0E-C688-6D42-A97F-FBC32ED7318A}" dt="2025-06-11T14:13:41.647" v="31"/>
          <ac:spMkLst>
            <pc:docMk/>
            <pc:sldMk cId="3509878719" sldId="258"/>
            <ac:spMk id="9" creationId="{2961259D-605E-E200-FF9F-7C8C71D7C8E4}"/>
          </ac:spMkLst>
        </pc:spChg>
        <pc:spChg chg="add del">
          <ac:chgData name="Anas Farhan (40208262)" userId="S::40208262@hruc.ac.uk::c85cc640-cd83-4d86-aabe-e389c5c2b009" providerId="AD" clId="Web-{04AF4D0E-C688-6D42-A97F-FBC32ED7318A}" dt="2025-06-11T14:13:39.350" v="28"/>
          <ac:spMkLst>
            <pc:docMk/>
            <pc:sldMk cId="3509878719" sldId="258"/>
            <ac:spMk id="10" creationId="{0008A3A5-CFEE-6C46-1790-319CDA5C688D}"/>
          </ac:spMkLst>
        </pc:spChg>
        <pc:spChg chg="add del">
          <ac:chgData name="Anas Farhan (40208262)" userId="S::40208262@hruc.ac.uk::c85cc640-cd83-4d86-aabe-e389c5c2b009" providerId="AD" clId="Web-{04AF4D0E-C688-6D42-A97F-FBC32ED7318A}" dt="2025-06-11T14:13:41.616" v="30"/>
          <ac:spMkLst>
            <pc:docMk/>
            <pc:sldMk cId="3509878719" sldId="258"/>
            <ac:spMk id="12" creationId="{095B79CA-1CB8-A133-67D7-E2B7AC1F9454}"/>
          </ac:spMkLst>
        </pc:spChg>
        <pc:picChg chg="add">
          <ac:chgData name="Anas Farhan (40208262)" userId="S::40208262@hruc.ac.uk::c85cc640-cd83-4d86-aabe-e389c5c2b009" providerId="AD" clId="Web-{04AF4D0E-C688-6D42-A97F-FBC32ED7318A}" dt="2025-06-11T14:13:41.647" v="31"/>
          <ac:picMkLst>
            <pc:docMk/>
            <pc:sldMk cId="3509878719" sldId="258"/>
            <ac:picMk id="5" creationId="{182B121E-9AC6-C028-1747-79FBA7BB91AC}"/>
          </ac:picMkLst>
        </pc:picChg>
      </pc:sldChg>
      <pc:sldChg chg="addSp delSp modSp mod setBg">
        <pc:chgData name="Anas Farhan (40208262)" userId="S::40208262@hruc.ac.uk::c85cc640-cd83-4d86-aabe-e389c5c2b009" providerId="AD" clId="Web-{04AF4D0E-C688-6D42-A97F-FBC32ED7318A}" dt="2025-06-11T14:13:59.304" v="36"/>
        <pc:sldMkLst>
          <pc:docMk/>
          <pc:sldMk cId="974106368" sldId="259"/>
        </pc:sldMkLst>
        <pc:spChg chg="mod">
          <ac:chgData name="Anas Farhan (40208262)" userId="S::40208262@hruc.ac.uk::c85cc640-cd83-4d86-aabe-e389c5c2b009" providerId="AD" clId="Web-{04AF4D0E-C688-6D42-A97F-FBC32ED7318A}" dt="2025-06-11T14:13:59.304" v="36"/>
          <ac:spMkLst>
            <pc:docMk/>
            <pc:sldMk cId="974106368" sldId="259"/>
            <ac:spMk id="2" creationId="{36B1A385-F257-6156-AFC7-B89DAF3A858D}"/>
          </ac:spMkLst>
        </pc:spChg>
        <pc:spChg chg="del mod">
          <ac:chgData name="Anas Farhan (40208262)" userId="S::40208262@hruc.ac.uk::c85cc640-cd83-4d86-aabe-e389c5c2b009" providerId="AD" clId="Web-{04AF4D0E-C688-6D42-A97F-FBC32ED7318A}" dt="2025-06-11T14:13:59.304" v="36"/>
          <ac:spMkLst>
            <pc:docMk/>
            <pc:sldMk cId="974106368" sldId="259"/>
            <ac:spMk id="3" creationId="{A2FDB63E-8BE8-8C19-FBC6-5A01E133997B}"/>
          </ac:spMkLst>
        </pc:spChg>
        <pc:spChg chg="add del">
          <ac:chgData name="Anas Farhan (40208262)" userId="S::40208262@hruc.ac.uk::c85cc640-cd83-4d86-aabe-e389c5c2b009" providerId="AD" clId="Web-{04AF4D0E-C688-6D42-A97F-FBC32ED7318A}" dt="2025-06-11T14:13:53.147" v="33"/>
          <ac:spMkLst>
            <pc:docMk/>
            <pc:sldMk cId="974106368" sldId="259"/>
            <ac:spMk id="8" creationId="{F6F74C59-445A-9824-B537-A392A6ECEC3D}"/>
          </ac:spMkLst>
        </pc:spChg>
        <pc:spChg chg="add">
          <ac:chgData name="Anas Farhan (40208262)" userId="S::40208262@hruc.ac.uk::c85cc640-cd83-4d86-aabe-e389c5c2b009" providerId="AD" clId="Web-{04AF4D0E-C688-6D42-A97F-FBC32ED7318A}" dt="2025-06-11T14:13:59.304" v="36"/>
          <ac:spMkLst>
            <pc:docMk/>
            <pc:sldMk cId="974106368" sldId="259"/>
            <ac:spMk id="9" creationId="{600DC1B0-7E1A-BD02-3F93-19E6B1B75075}"/>
          </ac:spMkLst>
        </pc:spChg>
        <pc:spChg chg="add del">
          <ac:chgData name="Anas Farhan (40208262)" userId="S::40208262@hruc.ac.uk::c85cc640-cd83-4d86-aabe-e389c5c2b009" providerId="AD" clId="Web-{04AF4D0E-C688-6D42-A97F-FBC32ED7318A}" dt="2025-06-11T14:13:59.241" v="35"/>
          <ac:spMkLst>
            <pc:docMk/>
            <pc:sldMk cId="974106368" sldId="259"/>
            <ac:spMk id="10" creationId="{7DE271AA-B13D-127B-31C2-070146FFF072}"/>
          </ac:spMkLst>
        </pc:spChg>
        <pc:graphicFrameChg chg="add">
          <ac:chgData name="Anas Farhan (40208262)" userId="S::40208262@hruc.ac.uk::c85cc640-cd83-4d86-aabe-e389c5c2b009" providerId="AD" clId="Web-{04AF4D0E-C688-6D42-A97F-FBC32ED7318A}" dt="2025-06-11T14:13:59.304" v="36"/>
          <ac:graphicFrameMkLst>
            <pc:docMk/>
            <pc:sldMk cId="974106368" sldId="259"/>
            <ac:graphicFrameMk id="5" creationId="{0DA97272-F606-29FA-71E4-9DED9FAA16C6}"/>
          </ac:graphicFrameMkLst>
        </pc:graphicFrameChg>
      </pc:sldChg>
      <pc:sldChg chg="addSp delSp modSp mod setBg">
        <pc:chgData name="Anas Farhan (40208262)" userId="S::40208262@hruc.ac.uk::c85cc640-cd83-4d86-aabe-e389c5c2b009" providerId="AD" clId="Web-{04AF4D0E-C688-6D42-A97F-FBC32ED7318A}" dt="2025-06-11T14:14:17.757" v="39"/>
        <pc:sldMkLst>
          <pc:docMk/>
          <pc:sldMk cId="4123863593" sldId="260"/>
        </pc:sldMkLst>
        <pc:spChg chg="mod">
          <ac:chgData name="Anas Farhan (40208262)" userId="S::40208262@hruc.ac.uk::c85cc640-cd83-4d86-aabe-e389c5c2b009" providerId="AD" clId="Web-{04AF4D0E-C688-6D42-A97F-FBC32ED7318A}" dt="2025-06-11T14:14:17.757" v="39"/>
          <ac:spMkLst>
            <pc:docMk/>
            <pc:sldMk cId="4123863593" sldId="260"/>
            <ac:spMk id="2" creationId="{E286A45A-12D6-1BF2-EEE2-839F1375E8CD}"/>
          </ac:spMkLst>
        </pc:spChg>
        <pc:spChg chg="del mod">
          <ac:chgData name="Anas Farhan (40208262)" userId="S::40208262@hruc.ac.uk::c85cc640-cd83-4d86-aabe-e389c5c2b009" providerId="AD" clId="Web-{04AF4D0E-C688-6D42-A97F-FBC32ED7318A}" dt="2025-06-11T14:14:17.757" v="39"/>
          <ac:spMkLst>
            <pc:docMk/>
            <pc:sldMk cId="4123863593" sldId="260"/>
            <ac:spMk id="3" creationId="{A201A2D3-1644-EE6A-DCD4-FDD9E94D372F}"/>
          </ac:spMkLst>
        </pc:spChg>
        <pc:spChg chg="add">
          <ac:chgData name="Anas Farhan (40208262)" userId="S::40208262@hruc.ac.uk::c85cc640-cd83-4d86-aabe-e389c5c2b009" providerId="AD" clId="Web-{04AF4D0E-C688-6D42-A97F-FBC32ED7318A}" dt="2025-06-11T14:14:17.757" v="39"/>
          <ac:spMkLst>
            <pc:docMk/>
            <pc:sldMk cId="4123863593" sldId="260"/>
            <ac:spMk id="6" creationId="{600DC1B0-7E1A-BD02-3F93-19E6B1B75075}"/>
          </ac:spMkLst>
        </pc:spChg>
        <pc:spChg chg="add del">
          <ac:chgData name="Anas Farhan (40208262)" userId="S::40208262@hruc.ac.uk::c85cc640-cd83-4d86-aabe-e389c5c2b009" providerId="AD" clId="Web-{04AF4D0E-C688-6D42-A97F-FBC32ED7318A}" dt="2025-06-11T14:14:11.851" v="38"/>
          <ac:spMkLst>
            <pc:docMk/>
            <pc:sldMk cId="4123863593" sldId="260"/>
            <ac:spMk id="9" creationId="{5E8D3B17-7638-DFD3-18E4-8A6D611749CF}"/>
          </ac:spMkLst>
        </pc:spChg>
        <pc:graphicFrameChg chg="add">
          <ac:chgData name="Anas Farhan (40208262)" userId="S::40208262@hruc.ac.uk::c85cc640-cd83-4d86-aabe-e389c5c2b009" providerId="AD" clId="Web-{04AF4D0E-C688-6D42-A97F-FBC32ED7318A}" dt="2025-06-11T14:14:17.757" v="39"/>
          <ac:graphicFrameMkLst>
            <pc:docMk/>
            <pc:sldMk cId="4123863593" sldId="260"/>
            <ac:graphicFrameMk id="7" creationId="{A4C1B177-8F57-D025-D7DC-E36448E336C4}"/>
          </ac:graphicFrameMkLst>
        </pc:graphicFrameChg>
        <pc:picChg chg="add del">
          <ac:chgData name="Anas Farhan (40208262)" userId="S::40208262@hruc.ac.uk::c85cc640-cd83-4d86-aabe-e389c5c2b009" providerId="AD" clId="Web-{04AF4D0E-C688-6D42-A97F-FBC32ED7318A}" dt="2025-06-11T14:14:11.851" v="38"/>
          <ac:picMkLst>
            <pc:docMk/>
            <pc:sldMk cId="4123863593" sldId="260"/>
            <ac:picMk id="5" creationId="{DEC2771D-7F30-B0A8-56A9-88EF4734E887}"/>
          </ac:picMkLst>
        </pc:picChg>
      </pc:sldChg>
      <pc:sldChg chg="addSp modSp mod setBg">
        <pc:chgData name="Anas Farhan (40208262)" userId="S::40208262@hruc.ac.uk::c85cc640-cd83-4d86-aabe-e389c5c2b009" providerId="AD" clId="Web-{04AF4D0E-C688-6D42-A97F-FBC32ED7318A}" dt="2025-06-11T14:14:35.930" v="40"/>
        <pc:sldMkLst>
          <pc:docMk/>
          <pc:sldMk cId="3561443671" sldId="261"/>
        </pc:sldMkLst>
        <pc:spChg chg="mod">
          <ac:chgData name="Anas Farhan (40208262)" userId="S::40208262@hruc.ac.uk::c85cc640-cd83-4d86-aabe-e389c5c2b009" providerId="AD" clId="Web-{04AF4D0E-C688-6D42-A97F-FBC32ED7318A}" dt="2025-06-11T14:14:35.930" v="40"/>
          <ac:spMkLst>
            <pc:docMk/>
            <pc:sldMk cId="3561443671" sldId="261"/>
            <ac:spMk id="2" creationId="{0E53CEAB-AC09-338D-F1FE-CB475DD16AFE}"/>
          </ac:spMkLst>
        </pc:spChg>
        <pc:spChg chg="mod">
          <ac:chgData name="Anas Farhan (40208262)" userId="S::40208262@hruc.ac.uk::c85cc640-cd83-4d86-aabe-e389c5c2b009" providerId="AD" clId="Web-{04AF4D0E-C688-6D42-A97F-FBC32ED7318A}" dt="2025-06-11T14:14:35.930" v="40"/>
          <ac:spMkLst>
            <pc:docMk/>
            <pc:sldMk cId="3561443671" sldId="261"/>
            <ac:spMk id="3" creationId="{EAC1F377-9DB0-C687-682A-63D06674BAFB}"/>
          </ac:spMkLst>
        </pc:spChg>
        <pc:spChg chg="add">
          <ac:chgData name="Anas Farhan (40208262)" userId="S::40208262@hruc.ac.uk::c85cc640-cd83-4d86-aabe-e389c5c2b009" providerId="AD" clId="Web-{04AF4D0E-C688-6D42-A97F-FBC32ED7318A}" dt="2025-06-11T14:14:35.930" v="40"/>
          <ac:spMkLst>
            <pc:docMk/>
            <pc:sldMk cId="3561443671" sldId="261"/>
            <ac:spMk id="8" creationId="{7DE271AA-B13D-127B-31C2-070146FFF072}"/>
          </ac:spMkLst>
        </pc:spChg>
      </pc:sldChg>
      <pc:sldChg chg="addSp modSp mod setBg">
        <pc:chgData name="Anas Farhan (40208262)" userId="S::40208262@hruc.ac.uk::c85cc640-cd83-4d86-aabe-e389c5c2b009" providerId="AD" clId="Web-{04AF4D0E-C688-6D42-A97F-FBC32ED7318A}" dt="2025-06-11T15:43:16.641" v="245" actId="20577"/>
        <pc:sldMkLst>
          <pc:docMk/>
          <pc:sldMk cId="3239160400" sldId="262"/>
        </pc:sldMkLst>
        <pc:spChg chg="mod">
          <ac:chgData name="Anas Farhan (40208262)" userId="S::40208262@hruc.ac.uk::c85cc640-cd83-4d86-aabe-e389c5c2b009" providerId="AD" clId="Web-{04AF4D0E-C688-6D42-A97F-FBC32ED7318A}" dt="2025-06-11T15:43:16.641" v="245" actId="20577"/>
          <ac:spMkLst>
            <pc:docMk/>
            <pc:sldMk cId="3239160400" sldId="262"/>
            <ac:spMk id="2" creationId="{EC220BCA-3450-EF22-24C7-0DE64C94D54B}"/>
          </ac:spMkLst>
        </pc:spChg>
        <pc:spChg chg="mod">
          <ac:chgData name="Anas Farhan (40208262)" userId="S::40208262@hruc.ac.uk::c85cc640-cd83-4d86-aabe-e389c5c2b009" providerId="AD" clId="Web-{04AF4D0E-C688-6D42-A97F-FBC32ED7318A}" dt="2025-06-11T14:14:48.758" v="41"/>
          <ac:spMkLst>
            <pc:docMk/>
            <pc:sldMk cId="3239160400" sldId="262"/>
            <ac:spMk id="3" creationId="{AEE3C829-C62C-0675-071B-AF652B21FB88}"/>
          </ac:spMkLst>
        </pc:spChg>
        <pc:spChg chg="add">
          <ac:chgData name="Anas Farhan (40208262)" userId="S::40208262@hruc.ac.uk::c85cc640-cd83-4d86-aabe-e389c5c2b009" providerId="AD" clId="Web-{04AF4D0E-C688-6D42-A97F-FBC32ED7318A}" dt="2025-06-11T14:14:48.758" v="41"/>
          <ac:spMkLst>
            <pc:docMk/>
            <pc:sldMk cId="3239160400" sldId="262"/>
            <ac:spMk id="8" creationId="{7DE271AA-B13D-127B-31C2-070146FFF072}"/>
          </ac:spMkLst>
        </pc:spChg>
      </pc:sldChg>
      <pc:sldChg chg="addSp delSp modSp mod setBg">
        <pc:chgData name="Anas Farhan (40208262)" userId="S::40208262@hruc.ac.uk::c85cc640-cd83-4d86-aabe-e389c5c2b009" providerId="AD" clId="Web-{04AF4D0E-C688-6D42-A97F-FBC32ED7318A}" dt="2025-06-11T14:18:26.281" v="56"/>
        <pc:sldMkLst>
          <pc:docMk/>
          <pc:sldMk cId="483735809" sldId="263"/>
        </pc:sldMkLst>
        <pc:spChg chg="mod">
          <ac:chgData name="Anas Farhan (40208262)" userId="S::40208262@hruc.ac.uk::c85cc640-cd83-4d86-aabe-e389c5c2b009" providerId="AD" clId="Web-{04AF4D0E-C688-6D42-A97F-FBC32ED7318A}" dt="2025-06-11T14:18:26.281" v="56"/>
          <ac:spMkLst>
            <pc:docMk/>
            <pc:sldMk cId="483735809" sldId="263"/>
            <ac:spMk id="2" creationId="{FEDF521D-049D-4A1C-C556-470C38AD4FF1}"/>
          </ac:spMkLst>
        </pc:spChg>
        <pc:spChg chg="add del">
          <ac:chgData name="Anas Farhan (40208262)" userId="S::40208262@hruc.ac.uk::c85cc640-cd83-4d86-aabe-e389c5c2b009" providerId="AD" clId="Web-{04AF4D0E-C688-6D42-A97F-FBC32ED7318A}" dt="2025-06-11T14:18:26.266" v="55"/>
          <ac:spMkLst>
            <pc:docMk/>
            <pc:sldMk cId="483735809" sldId="263"/>
            <ac:spMk id="7" creationId="{FFD48BC7-DC40-47DE-87EE-9F4B6ECB9ABB}"/>
          </ac:spMkLst>
        </pc:spChg>
        <pc:spChg chg="add del">
          <ac:chgData name="Anas Farhan (40208262)" userId="S::40208262@hruc.ac.uk::c85cc640-cd83-4d86-aabe-e389c5c2b009" providerId="AD" clId="Web-{04AF4D0E-C688-6D42-A97F-FBC32ED7318A}" dt="2025-06-11T14:18:26.266" v="55"/>
          <ac:spMkLst>
            <pc:docMk/>
            <pc:sldMk cId="483735809" sldId="263"/>
            <ac:spMk id="9" creationId="{E502BBC7-2C76-46F3-BC24-5985BC13DB88}"/>
          </ac:spMkLst>
        </pc:spChg>
        <pc:spChg chg="add del">
          <ac:chgData name="Anas Farhan (40208262)" userId="S::40208262@hruc.ac.uk::c85cc640-cd83-4d86-aabe-e389c5c2b009" providerId="AD" clId="Web-{04AF4D0E-C688-6D42-A97F-FBC32ED7318A}" dt="2025-06-11T14:18:26.266" v="55"/>
          <ac:spMkLst>
            <pc:docMk/>
            <pc:sldMk cId="483735809" sldId="263"/>
            <ac:spMk id="11" creationId="{C7F28D52-2A5F-4D23-81AE-7CB8B591C7AF}"/>
          </ac:spMkLst>
        </pc:spChg>
        <pc:spChg chg="add del">
          <ac:chgData name="Anas Farhan (40208262)" userId="S::40208262@hruc.ac.uk::c85cc640-cd83-4d86-aabe-e389c5c2b009" providerId="AD" clId="Web-{04AF4D0E-C688-6D42-A97F-FBC32ED7318A}" dt="2025-06-11T14:18:26.266" v="55"/>
          <ac:spMkLst>
            <pc:docMk/>
            <pc:sldMk cId="483735809" sldId="263"/>
            <ac:spMk id="13" creationId="{3629484E-3792-4B3D-89AD-7C8A1ED0E0D4}"/>
          </ac:spMkLst>
        </pc:spChg>
        <pc:spChg chg="add">
          <ac:chgData name="Anas Farhan (40208262)" userId="S::40208262@hruc.ac.uk::c85cc640-cd83-4d86-aabe-e389c5c2b009" providerId="AD" clId="Web-{04AF4D0E-C688-6D42-A97F-FBC32ED7318A}" dt="2025-06-11T14:18:26.281" v="56"/>
          <ac:spMkLst>
            <pc:docMk/>
            <pc:sldMk cId="483735809" sldId="263"/>
            <ac:spMk id="15" creationId="{BAD76F3E-3A97-486B-B402-44400A8B9173}"/>
          </ac:spMkLst>
        </pc:spChg>
        <pc:spChg chg="add">
          <ac:chgData name="Anas Farhan (40208262)" userId="S::40208262@hruc.ac.uk::c85cc640-cd83-4d86-aabe-e389c5c2b009" providerId="AD" clId="Web-{04AF4D0E-C688-6D42-A97F-FBC32ED7318A}" dt="2025-06-11T14:18:26.281" v="56"/>
          <ac:spMkLst>
            <pc:docMk/>
            <pc:sldMk cId="483735809" sldId="263"/>
            <ac:spMk id="16" creationId="{391F6B52-91F4-4AEB-B6DB-29FEBCF28C8B}"/>
          </ac:spMkLst>
        </pc:spChg>
        <pc:spChg chg="add">
          <ac:chgData name="Anas Farhan (40208262)" userId="S::40208262@hruc.ac.uk::c85cc640-cd83-4d86-aabe-e389c5c2b009" providerId="AD" clId="Web-{04AF4D0E-C688-6D42-A97F-FBC32ED7318A}" dt="2025-06-11T14:18:26.281" v="56"/>
          <ac:spMkLst>
            <pc:docMk/>
            <pc:sldMk cId="483735809" sldId="263"/>
            <ac:spMk id="17" creationId="{2CD6F061-7C53-44F4-9794-953DB70A451B}"/>
          </ac:spMkLst>
        </pc:spChg>
      </pc:sldChg>
      <pc:sldChg chg="addSp modSp mod setBg">
        <pc:chgData name="Anas Farhan (40208262)" userId="S::40208262@hruc.ac.uk::c85cc640-cd83-4d86-aabe-e389c5c2b009" providerId="AD" clId="Web-{04AF4D0E-C688-6D42-A97F-FBC32ED7318A}" dt="2025-06-11T14:13:22.709" v="26"/>
        <pc:sldMkLst>
          <pc:docMk/>
          <pc:sldMk cId="1511459576" sldId="264"/>
        </pc:sldMkLst>
        <pc:spChg chg="mod">
          <ac:chgData name="Anas Farhan (40208262)" userId="S::40208262@hruc.ac.uk::c85cc640-cd83-4d86-aabe-e389c5c2b009" providerId="AD" clId="Web-{04AF4D0E-C688-6D42-A97F-FBC32ED7318A}" dt="2025-06-11T14:13:22.709" v="26"/>
          <ac:spMkLst>
            <pc:docMk/>
            <pc:sldMk cId="1511459576" sldId="264"/>
            <ac:spMk id="2" creationId="{889835FC-269C-1AB1-C8F1-1A4D0A195110}"/>
          </ac:spMkLst>
        </pc:spChg>
        <pc:spChg chg="add">
          <ac:chgData name="Anas Farhan (40208262)" userId="S::40208262@hruc.ac.uk::c85cc640-cd83-4d86-aabe-e389c5c2b009" providerId="AD" clId="Web-{04AF4D0E-C688-6D42-A97F-FBC32ED7318A}" dt="2025-06-11T14:13:22.709" v="26"/>
          <ac:spMkLst>
            <pc:docMk/>
            <pc:sldMk cId="1511459576" sldId="264"/>
            <ac:spMk id="7" creationId="{BAD76F3E-3A97-486B-B402-44400A8B9173}"/>
          </ac:spMkLst>
        </pc:spChg>
        <pc:spChg chg="add">
          <ac:chgData name="Anas Farhan (40208262)" userId="S::40208262@hruc.ac.uk::c85cc640-cd83-4d86-aabe-e389c5c2b009" providerId="AD" clId="Web-{04AF4D0E-C688-6D42-A97F-FBC32ED7318A}" dt="2025-06-11T14:13:22.709" v="26"/>
          <ac:spMkLst>
            <pc:docMk/>
            <pc:sldMk cId="1511459576" sldId="264"/>
            <ac:spMk id="9" creationId="{391F6B52-91F4-4AEB-B6DB-29FEBCF28C8B}"/>
          </ac:spMkLst>
        </pc:spChg>
        <pc:spChg chg="add">
          <ac:chgData name="Anas Farhan (40208262)" userId="S::40208262@hruc.ac.uk::c85cc640-cd83-4d86-aabe-e389c5c2b009" providerId="AD" clId="Web-{04AF4D0E-C688-6D42-A97F-FBC32ED7318A}" dt="2025-06-11T14:13:22.709" v="26"/>
          <ac:spMkLst>
            <pc:docMk/>
            <pc:sldMk cId="1511459576" sldId="264"/>
            <ac:spMk id="11" creationId="{2CD6F061-7C53-44F4-9794-953DB70A451B}"/>
          </ac:spMkLst>
        </pc:spChg>
      </pc:sldChg>
      <pc:sldChg chg="addSp modSp mod setBg">
        <pc:chgData name="Anas Farhan (40208262)" userId="S::40208262@hruc.ac.uk::c85cc640-cd83-4d86-aabe-e389c5c2b009" providerId="AD" clId="Web-{04AF4D0E-C688-6D42-A97F-FBC32ED7318A}" dt="2025-06-11T14:15:28.041" v="42"/>
        <pc:sldMkLst>
          <pc:docMk/>
          <pc:sldMk cId="3085980312" sldId="265"/>
        </pc:sldMkLst>
        <pc:spChg chg="mod">
          <ac:chgData name="Anas Farhan (40208262)" userId="S::40208262@hruc.ac.uk::c85cc640-cd83-4d86-aabe-e389c5c2b009" providerId="AD" clId="Web-{04AF4D0E-C688-6D42-A97F-FBC32ED7318A}" dt="2025-06-11T14:15:28.041" v="42"/>
          <ac:spMkLst>
            <pc:docMk/>
            <pc:sldMk cId="3085980312" sldId="265"/>
            <ac:spMk id="2" creationId="{BB77981F-ED5A-5F7A-40AD-9E9AE7F4F8EC}"/>
          </ac:spMkLst>
        </pc:spChg>
        <pc:spChg chg="add">
          <ac:chgData name="Anas Farhan (40208262)" userId="S::40208262@hruc.ac.uk::c85cc640-cd83-4d86-aabe-e389c5c2b009" providerId="AD" clId="Web-{04AF4D0E-C688-6D42-A97F-FBC32ED7318A}" dt="2025-06-11T14:15:28.041" v="42"/>
          <ac:spMkLst>
            <pc:docMk/>
            <pc:sldMk cId="3085980312" sldId="265"/>
            <ac:spMk id="7" creationId="{BAD76F3E-3A97-486B-B402-44400A8B9173}"/>
          </ac:spMkLst>
        </pc:spChg>
        <pc:spChg chg="add">
          <ac:chgData name="Anas Farhan (40208262)" userId="S::40208262@hruc.ac.uk::c85cc640-cd83-4d86-aabe-e389c5c2b009" providerId="AD" clId="Web-{04AF4D0E-C688-6D42-A97F-FBC32ED7318A}" dt="2025-06-11T14:15:28.041" v="42"/>
          <ac:spMkLst>
            <pc:docMk/>
            <pc:sldMk cId="3085980312" sldId="265"/>
            <ac:spMk id="9" creationId="{391F6B52-91F4-4AEB-B6DB-29FEBCF28C8B}"/>
          </ac:spMkLst>
        </pc:spChg>
        <pc:spChg chg="add">
          <ac:chgData name="Anas Farhan (40208262)" userId="S::40208262@hruc.ac.uk::c85cc640-cd83-4d86-aabe-e389c5c2b009" providerId="AD" clId="Web-{04AF4D0E-C688-6D42-A97F-FBC32ED7318A}" dt="2025-06-11T14:15:28.041" v="42"/>
          <ac:spMkLst>
            <pc:docMk/>
            <pc:sldMk cId="3085980312" sldId="265"/>
            <ac:spMk id="11" creationId="{2CD6F061-7C53-44F4-9794-953DB70A451B}"/>
          </ac:spMkLst>
        </pc:spChg>
      </pc:sldChg>
      <pc:sldChg chg="addSp modSp mod setBg">
        <pc:chgData name="Anas Farhan (40208262)" userId="S::40208262@hruc.ac.uk::c85cc640-cd83-4d86-aabe-e389c5c2b009" providerId="AD" clId="Web-{04AF4D0E-C688-6D42-A97F-FBC32ED7318A}" dt="2025-06-11T14:15:36.744" v="43"/>
        <pc:sldMkLst>
          <pc:docMk/>
          <pc:sldMk cId="1705442130" sldId="266"/>
        </pc:sldMkLst>
        <pc:spChg chg="mod">
          <ac:chgData name="Anas Farhan (40208262)" userId="S::40208262@hruc.ac.uk::c85cc640-cd83-4d86-aabe-e389c5c2b009" providerId="AD" clId="Web-{04AF4D0E-C688-6D42-A97F-FBC32ED7318A}" dt="2025-06-11T14:15:36.744" v="43"/>
          <ac:spMkLst>
            <pc:docMk/>
            <pc:sldMk cId="1705442130" sldId="266"/>
            <ac:spMk id="2" creationId="{0248048A-441F-380C-7F7F-AAAA2FA6AEC1}"/>
          </ac:spMkLst>
        </pc:spChg>
        <pc:spChg chg="mod">
          <ac:chgData name="Anas Farhan (40208262)" userId="S::40208262@hruc.ac.uk::c85cc640-cd83-4d86-aabe-e389c5c2b009" providerId="AD" clId="Web-{04AF4D0E-C688-6D42-A97F-FBC32ED7318A}" dt="2025-06-11T14:15:36.744" v="43"/>
          <ac:spMkLst>
            <pc:docMk/>
            <pc:sldMk cId="1705442130" sldId="266"/>
            <ac:spMk id="3" creationId="{44F5916C-B8BF-F1BF-142B-29D83F9E847A}"/>
          </ac:spMkLst>
        </pc:spChg>
        <pc:spChg chg="add">
          <ac:chgData name="Anas Farhan (40208262)" userId="S::40208262@hruc.ac.uk::c85cc640-cd83-4d86-aabe-e389c5c2b009" providerId="AD" clId="Web-{04AF4D0E-C688-6D42-A97F-FBC32ED7318A}" dt="2025-06-11T14:15:36.744" v="43"/>
          <ac:spMkLst>
            <pc:docMk/>
            <pc:sldMk cId="1705442130" sldId="266"/>
            <ac:spMk id="8" creationId="{DDD1D22E-5996-E45B-92B2-659F701A4A3B}"/>
          </ac:spMkLst>
        </pc:spChg>
      </pc:sldChg>
      <pc:sldChg chg="modSp modCm">
        <pc:chgData name="Anas Farhan (40208262)" userId="S::40208262@hruc.ac.uk::c85cc640-cd83-4d86-aabe-e389c5c2b009" providerId="AD" clId="Web-{04AF4D0E-C688-6D42-A97F-FBC32ED7318A}" dt="2025-06-11T15:43:37.033" v="249" actId="20577"/>
        <pc:sldMkLst>
          <pc:docMk/>
          <pc:sldMk cId="665216657" sldId="267"/>
        </pc:sldMkLst>
        <pc:spChg chg="mod">
          <ac:chgData name="Anas Farhan (40208262)" userId="S::40208262@hruc.ac.uk::c85cc640-cd83-4d86-aabe-e389c5c2b009" providerId="AD" clId="Web-{04AF4D0E-C688-6D42-A97F-FBC32ED7318A}" dt="2025-06-11T15:43:37.033" v="249" actId="20577"/>
          <ac:spMkLst>
            <pc:docMk/>
            <pc:sldMk cId="665216657" sldId="267"/>
            <ac:spMk id="3" creationId="{F8ED3B52-A91A-509E-1400-FF3DAC4103FF}"/>
          </ac:spMkLst>
        </pc:spChg>
        <pc:extLst>
          <p:ext xmlns:p="http://schemas.openxmlformats.org/presentationml/2006/main" uri="{D6D511B9-2390-475A-947B-AFAB55BFBCF1}">
            <pc226:cmChg xmlns:pc226="http://schemas.microsoft.com/office/powerpoint/2022/06/main/command" chg="mod">
              <pc226:chgData name="Anas Farhan (40208262)" userId="S::40208262@hruc.ac.uk::c85cc640-cd83-4d86-aabe-e389c5c2b009" providerId="AD" clId="Web-{04AF4D0E-C688-6D42-A97F-FBC32ED7318A}" dt="2025-06-11T14:08:46.184" v="11" actId="20577"/>
              <pc2:cmMkLst xmlns:pc2="http://schemas.microsoft.com/office/powerpoint/2019/9/main/command">
                <pc:docMk/>
                <pc:sldMk cId="665216657" sldId="267"/>
                <pc2:cmMk id="{B9F58D9B-D993-474D-8D05-6DC1685E44E8}"/>
              </pc2:cmMkLst>
            </pc226:cmChg>
          </p:ext>
        </pc:extLst>
      </pc:sldChg>
      <pc:sldChg chg="addSp delSp modSp">
        <pc:chgData name="Anas Farhan (40208262)" userId="S::40208262@hruc.ac.uk::c85cc640-cd83-4d86-aabe-e389c5c2b009" providerId="AD" clId="Web-{04AF4D0E-C688-6D42-A97F-FBC32ED7318A}" dt="2025-06-11T14:15:52.182" v="44"/>
        <pc:sldMkLst>
          <pc:docMk/>
          <pc:sldMk cId="199917082" sldId="268"/>
        </pc:sldMkLst>
        <pc:spChg chg="mod">
          <ac:chgData name="Anas Farhan (40208262)" userId="S::40208262@hruc.ac.uk::c85cc640-cd83-4d86-aabe-e389c5c2b009" providerId="AD" clId="Web-{04AF4D0E-C688-6D42-A97F-FBC32ED7318A}" dt="2025-06-11T14:15:52.182" v="44"/>
          <ac:spMkLst>
            <pc:docMk/>
            <pc:sldMk cId="199917082" sldId="268"/>
            <ac:spMk id="2" creationId="{3F546713-BDBA-5135-5672-6679FB13B21C}"/>
          </ac:spMkLst>
        </pc:spChg>
        <pc:spChg chg="mod">
          <ac:chgData name="Anas Farhan (40208262)" userId="S::40208262@hruc.ac.uk::c85cc640-cd83-4d86-aabe-e389c5c2b009" providerId="AD" clId="Web-{04AF4D0E-C688-6D42-A97F-FBC32ED7318A}" dt="2025-06-11T14:15:52.182" v="44"/>
          <ac:spMkLst>
            <pc:docMk/>
            <pc:sldMk cId="199917082" sldId="268"/>
            <ac:spMk id="3" creationId="{CD780A77-3A8E-C2DD-0A98-73ED16EC3DDF}"/>
          </ac:spMkLst>
        </pc:spChg>
        <pc:spChg chg="del">
          <ac:chgData name="Anas Farhan (40208262)" userId="S::40208262@hruc.ac.uk::c85cc640-cd83-4d86-aabe-e389c5c2b009" providerId="AD" clId="Web-{04AF4D0E-C688-6D42-A97F-FBC32ED7318A}" dt="2025-06-11T14:15:52.182" v="44"/>
          <ac:spMkLst>
            <pc:docMk/>
            <pc:sldMk cId="199917082" sldId="268"/>
            <ac:spMk id="9" creationId="{4AC6B390-BC59-4F1D-A0EE-D71A92F0A0B2}"/>
          </ac:spMkLst>
        </pc:spChg>
        <pc:spChg chg="del">
          <ac:chgData name="Anas Farhan (40208262)" userId="S::40208262@hruc.ac.uk::c85cc640-cd83-4d86-aabe-e389c5c2b009" providerId="AD" clId="Web-{04AF4D0E-C688-6D42-A97F-FBC32ED7318A}" dt="2025-06-11T14:15:52.182" v="44"/>
          <ac:spMkLst>
            <pc:docMk/>
            <pc:sldMk cId="199917082" sldId="268"/>
            <ac:spMk id="11" creationId="{B6C60D79-16F1-4C4B-B7E3-7634E7069CDE}"/>
          </ac:spMkLst>
        </pc:spChg>
        <pc:spChg chg="del">
          <ac:chgData name="Anas Farhan (40208262)" userId="S::40208262@hruc.ac.uk::c85cc640-cd83-4d86-aabe-e389c5c2b009" providerId="AD" clId="Web-{04AF4D0E-C688-6D42-A97F-FBC32ED7318A}" dt="2025-06-11T14:15:52.182" v="44"/>
          <ac:spMkLst>
            <pc:docMk/>
            <pc:sldMk cId="199917082" sldId="268"/>
            <ac:spMk id="13" creationId="{426B127E-6498-4C77-9C9D-4553A5113B80}"/>
          </ac:spMkLst>
        </pc:spChg>
        <pc:spChg chg="add">
          <ac:chgData name="Anas Farhan (40208262)" userId="S::40208262@hruc.ac.uk::c85cc640-cd83-4d86-aabe-e389c5c2b009" providerId="AD" clId="Web-{04AF4D0E-C688-6D42-A97F-FBC32ED7318A}" dt="2025-06-11T14:15:52.182" v="44"/>
          <ac:spMkLst>
            <pc:docMk/>
            <pc:sldMk cId="199917082" sldId="268"/>
            <ac:spMk id="18" creationId="{37B65277-82C6-6D08-6DCA-4A7DCC3B7136}"/>
          </ac:spMkLst>
        </pc:spChg>
        <pc:picChg chg="mod ord">
          <ac:chgData name="Anas Farhan (40208262)" userId="S::40208262@hruc.ac.uk::c85cc640-cd83-4d86-aabe-e389c5c2b009" providerId="AD" clId="Web-{04AF4D0E-C688-6D42-A97F-FBC32ED7318A}" dt="2025-06-11T14:15:52.182" v="44"/>
          <ac:picMkLst>
            <pc:docMk/>
            <pc:sldMk cId="199917082" sldId="268"/>
            <ac:picMk id="4" creationId="{0947465E-504A-CF4D-4E6E-2BB1FF73A16C}"/>
          </ac:picMkLst>
        </pc:picChg>
      </pc:sldChg>
      <pc:sldChg chg="addSp delSp modSp mod setBg">
        <pc:chgData name="Anas Farhan (40208262)" userId="S::40208262@hruc.ac.uk::c85cc640-cd83-4d86-aabe-e389c5c2b009" providerId="AD" clId="Web-{04AF4D0E-C688-6D42-A97F-FBC32ED7318A}" dt="2025-06-11T14:16:37.450" v="52" actId="1076"/>
        <pc:sldMkLst>
          <pc:docMk/>
          <pc:sldMk cId="2935838210" sldId="269"/>
        </pc:sldMkLst>
        <pc:spChg chg="mod">
          <ac:chgData name="Anas Farhan (40208262)" userId="S::40208262@hruc.ac.uk::c85cc640-cd83-4d86-aabe-e389c5c2b009" providerId="AD" clId="Web-{04AF4D0E-C688-6D42-A97F-FBC32ED7318A}" dt="2025-06-11T14:16:24.340" v="48"/>
          <ac:spMkLst>
            <pc:docMk/>
            <pc:sldMk cId="2935838210" sldId="269"/>
            <ac:spMk id="2" creationId="{538CBF10-FAFA-6A48-51A2-460B383AB7BC}"/>
          </ac:spMkLst>
        </pc:spChg>
        <pc:spChg chg="mod ord">
          <ac:chgData name="Anas Farhan (40208262)" userId="S::40208262@hruc.ac.uk::c85cc640-cd83-4d86-aabe-e389c5c2b009" providerId="AD" clId="Web-{04AF4D0E-C688-6D42-A97F-FBC32ED7318A}" dt="2025-06-11T14:16:24.340" v="48"/>
          <ac:spMkLst>
            <pc:docMk/>
            <pc:sldMk cId="2935838210" sldId="269"/>
            <ac:spMk id="3" creationId="{EE766C95-4238-4DEA-FBEE-BC073AB8AD4D}"/>
          </ac:spMkLst>
        </pc:spChg>
        <pc:spChg chg="add">
          <ac:chgData name="Anas Farhan (40208262)" userId="S::40208262@hruc.ac.uk::c85cc640-cd83-4d86-aabe-e389c5c2b009" providerId="AD" clId="Web-{04AF4D0E-C688-6D42-A97F-FBC32ED7318A}" dt="2025-06-11T14:16:24.340" v="48"/>
          <ac:spMkLst>
            <pc:docMk/>
            <pc:sldMk cId="2935838210" sldId="269"/>
            <ac:spMk id="6" creationId="{6F4C891B-62D0-4250-AEB7-0F42BAD78D7D}"/>
          </ac:spMkLst>
        </pc:spChg>
        <pc:spChg chg="add del">
          <ac:chgData name="Anas Farhan (40208262)" userId="S::40208262@hruc.ac.uk::c85cc640-cd83-4d86-aabe-e389c5c2b009" providerId="AD" clId="Web-{04AF4D0E-C688-6D42-A97F-FBC32ED7318A}" dt="2025-06-11T14:16:18.840" v="47"/>
          <ac:spMkLst>
            <pc:docMk/>
            <pc:sldMk cId="2935838210" sldId="269"/>
            <ac:spMk id="9" creationId="{E02239D2-A05D-4A1C-9F06-FBA7FC730E1B}"/>
          </ac:spMkLst>
        </pc:spChg>
        <pc:picChg chg="mod">
          <ac:chgData name="Anas Farhan (40208262)" userId="S::40208262@hruc.ac.uk::c85cc640-cd83-4d86-aabe-e389c5c2b009" providerId="AD" clId="Web-{04AF4D0E-C688-6D42-A97F-FBC32ED7318A}" dt="2025-06-11T14:16:37.450" v="52" actId="1076"/>
          <ac:picMkLst>
            <pc:docMk/>
            <pc:sldMk cId="2935838210" sldId="269"/>
            <ac:picMk id="4" creationId="{49970B82-34BE-E278-8026-B7E9081116F4}"/>
          </ac:picMkLst>
        </pc:picChg>
      </pc:sldChg>
      <pc:sldChg chg="modSp">
        <pc:chgData name="Anas Farhan (40208262)" userId="S::40208262@hruc.ac.uk::c85cc640-cd83-4d86-aabe-e389c5c2b009" providerId="AD" clId="Web-{04AF4D0E-C688-6D42-A97F-FBC32ED7318A}" dt="2025-06-11T14:16:49.809" v="53" actId="14100"/>
        <pc:sldMkLst>
          <pc:docMk/>
          <pc:sldMk cId="779630720" sldId="270"/>
        </pc:sldMkLst>
        <pc:spChg chg="mod">
          <ac:chgData name="Anas Farhan (40208262)" userId="S::40208262@hruc.ac.uk::c85cc640-cd83-4d86-aabe-e389c5c2b009" providerId="AD" clId="Web-{04AF4D0E-C688-6D42-A97F-FBC32ED7318A}" dt="2025-06-11T14:16:49.809" v="53" actId="14100"/>
          <ac:spMkLst>
            <pc:docMk/>
            <pc:sldMk cId="779630720" sldId="270"/>
            <ac:spMk id="3" creationId="{2912B3B4-7697-7811-7C0B-AB70E0E1A4E2}"/>
          </ac:spMkLst>
        </pc:spChg>
      </pc:sldChg>
      <pc:sldChg chg="modSp">
        <pc:chgData name="Anas Farhan (40208262)" userId="S::40208262@hruc.ac.uk::c85cc640-cd83-4d86-aabe-e389c5c2b009" providerId="AD" clId="Web-{04AF4D0E-C688-6D42-A97F-FBC32ED7318A}" dt="2025-06-11T15:53:28.193" v="254" actId="20577"/>
        <pc:sldMkLst>
          <pc:docMk/>
          <pc:sldMk cId="4037016138" sldId="271"/>
        </pc:sldMkLst>
        <pc:spChg chg="mod">
          <ac:chgData name="Anas Farhan (40208262)" userId="S::40208262@hruc.ac.uk::c85cc640-cd83-4d86-aabe-e389c5c2b009" providerId="AD" clId="Web-{04AF4D0E-C688-6D42-A97F-FBC32ED7318A}" dt="2025-06-11T15:53:28.193" v="254" actId="20577"/>
          <ac:spMkLst>
            <pc:docMk/>
            <pc:sldMk cId="4037016138" sldId="271"/>
            <ac:spMk id="7" creationId="{7B119348-D28A-2879-6506-9ED151C4B1A2}"/>
          </ac:spMkLst>
        </pc:spChg>
      </pc:sldChg>
      <pc:sldChg chg="addSp modSp mod setBg modCm">
        <pc:chgData name="Anas Farhan (40208262)" userId="S::40208262@hruc.ac.uk::c85cc640-cd83-4d86-aabe-e389c5c2b009" providerId="AD" clId="Web-{04AF4D0E-C688-6D42-A97F-FBC32ED7318A}" dt="2025-06-11T15:41:35.513" v="238" actId="20577"/>
        <pc:sldMkLst>
          <pc:docMk/>
          <pc:sldMk cId="3186846327" sldId="272"/>
        </pc:sldMkLst>
        <pc:spChg chg="mod">
          <ac:chgData name="Anas Farhan (40208262)" userId="S::40208262@hruc.ac.uk::c85cc640-cd83-4d86-aabe-e389c5c2b009" providerId="AD" clId="Web-{04AF4D0E-C688-6D42-A97F-FBC32ED7318A}" dt="2025-06-11T15:19:29.718" v="217"/>
          <ac:spMkLst>
            <pc:docMk/>
            <pc:sldMk cId="3186846327" sldId="272"/>
            <ac:spMk id="2" creationId="{ADA97D58-0EBB-11CD-4B2E-096683EFA94C}"/>
          </ac:spMkLst>
        </pc:spChg>
        <pc:spChg chg="mod">
          <ac:chgData name="Anas Farhan (40208262)" userId="S::40208262@hruc.ac.uk::c85cc640-cd83-4d86-aabe-e389c5c2b009" providerId="AD" clId="Web-{04AF4D0E-C688-6D42-A97F-FBC32ED7318A}" dt="2025-06-11T15:41:35.513" v="238" actId="20577"/>
          <ac:spMkLst>
            <pc:docMk/>
            <pc:sldMk cId="3186846327" sldId="272"/>
            <ac:spMk id="8" creationId="{6572B141-250C-485E-AE95-09B336C111F2}"/>
          </ac:spMkLst>
        </pc:spChg>
        <pc:spChg chg="add">
          <ac:chgData name="Anas Farhan (40208262)" userId="S::40208262@hruc.ac.uk::c85cc640-cd83-4d86-aabe-e389c5c2b009" providerId="AD" clId="Web-{04AF4D0E-C688-6D42-A97F-FBC32ED7318A}" dt="2025-06-11T15:19:29.718" v="217"/>
          <ac:spMkLst>
            <pc:docMk/>
            <pc:sldMk cId="3186846327" sldId="272"/>
            <ac:spMk id="13" creationId="{CBB0869A-0BE5-B3E9-F73D-2F3691E4D932}"/>
          </ac:spMkLst>
        </pc:spChg>
        <pc:picChg chg="mod ord">
          <ac:chgData name="Anas Farhan (40208262)" userId="S::40208262@hruc.ac.uk::c85cc640-cd83-4d86-aabe-e389c5c2b009" providerId="AD" clId="Web-{04AF4D0E-C688-6D42-A97F-FBC32ED7318A}" dt="2025-06-11T15:19:29.718" v="217"/>
          <ac:picMkLst>
            <pc:docMk/>
            <pc:sldMk cId="3186846327" sldId="272"/>
            <ac:picMk id="4" creationId="{2DF70B1E-D457-FD18-2B7C-E7BADE731048}"/>
          </ac:picMkLst>
        </pc:picChg>
        <pc:extLst>
          <p:ext xmlns:p="http://schemas.openxmlformats.org/presentationml/2006/main" uri="{D6D511B9-2390-475A-947B-AFAB55BFBCF1}">
            <pc226:cmChg xmlns:pc226="http://schemas.microsoft.com/office/powerpoint/2022/06/main/command" chg="mod">
              <pc226:chgData name="Anas Farhan (40208262)" userId="S::40208262@hruc.ac.uk::c85cc640-cd83-4d86-aabe-e389c5c2b009" providerId="AD" clId="Web-{04AF4D0E-C688-6D42-A97F-FBC32ED7318A}" dt="2025-06-11T15:19:29.718" v="217"/>
              <pc2:cmMkLst xmlns:pc2="http://schemas.microsoft.com/office/powerpoint/2019/9/main/command">
                <pc:docMk/>
                <pc:sldMk cId="3186846327" sldId="272"/>
                <pc2:cmMk id="{A47FD50F-0F4C-4839-AA09-1DD44AFDB493}"/>
              </pc2:cmMkLst>
            </pc226:cmChg>
          </p:ext>
        </pc:extLst>
      </pc:sldChg>
      <pc:sldChg chg="addSp modSp mod setBg modCm">
        <pc:chgData name="Anas Farhan (40208262)" userId="S::40208262@hruc.ac.uk::c85cc640-cd83-4d86-aabe-e389c5c2b009" providerId="AD" clId="Web-{04AF4D0E-C688-6D42-A97F-FBC32ED7318A}" dt="2025-06-11T14:18:39.657" v="57"/>
        <pc:sldMkLst>
          <pc:docMk/>
          <pc:sldMk cId="2176186657" sldId="273"/>
        </pc:sldMkLst>
        <pc:spChg chg="mod">
          <ac:chgData name="Anas Farhan (40208262)" userId="S::40208262@hruc.ac.uk::c85cc640-cd83-4d86-aabe-e389c5c2b009" providerId="AD" clId="Web-{04AF4D0E-C688-6D42-A97F-FBC32ED7318A}" dt="2025-06-11T14:18:39.657" v="57"/>
          <ac:spMkLst>
            <pc:docMk/>
            <pc:sldMk cId="2176186657" sldId="273"/>
            <ac:spMk id="2" creationId="{92E28338-3B11-BD97-CE81-2C75FD9B7363}"/>
          </ac:spMkLst>
        </pc:spChg>
        <pc:spChg chg="mod">
          <ac:chgData name="Anas Farhan (40208262)" userId="S::40208262@hruc.ac.uk::c85cc640-cd83-4d86-aabe-e389c5c2b009" providerId="AD" clId="Web-{04AF4D0E-C688-6D42-A97F-FBC32ED7318A}" dt="2025-06-11T14:18:39.657" v="57"/>
          <ac:spMkLst>
            <pc:docMk/>
            <pc:sldMk cId="2176186657" sldId="273"/>
            <ac:spMk id="3" creationId="{E10A74EE-C863-951A-1443-E5B35ADFF905}"/>
          </ac:spMkLst>
        </pc:spChg>
        <pc:spChg chg="add">
          <ac:chgData name="Anas Farhan (40208262)" userId="S::40208262@hruc.ac.uk::c85cc640-cd83-4d86-aabe-e389c5c2b009" providerId="AD" clId="Web-{04AF4D0E-C688-6D42-A97F-FBC32ED7318A}" dt="2025-06-11T14:18:39.657" v="57"/>
          <ac:spMkLst>
            <pc:docMk/>
            <pc:sldMk cId="2176186657" sldId="273"/>
            <ac:spMk id="8" creationId="{DDD1D22E-5996-E45B-92B2-659F701A4A3B}"/>
          </ac:spMkLst>
        </pc:spChg>
        <pc:extLst>
          <p:ext xmlns:p="http://schemas.openxmlformats.org/presentationml/2006/main" uri="{D6D511B9-2390-475A-947B-AFAB55BFBCF1}">
            <pc226:cmChg xmlns:pc226="http://schemas.microsoft.com/office/powerpoint/2022/06/main/command" chg="mod">
              <pc226:chgData name="Anas Farhan (40208262)" userId="S::40208262@hruc.ac.uk::c85cc640-cd83-4d86-aabe-e389c5c2b009" providerId="AD" clId="Web-{04AF4D0E-C688-6D42-A97F-FBC32ED7318A}" dt="2025-06-11T14:06:32.242" v="8" actId="20577"/>
              <pc2:cmMkLst xmlns:pc2="http://schemas.microsoft.com/office/powerpoint/2019/9/main/command">
                <pc:docMk/>
                <pc:sldMk cId="2176186657" sldId="273"/>
                <pc2:cmMk id="{546874F5-6C59-476E-9BA9-95354A93E1EB}"/>
              </pc2:cmMkLst>
            </pc226:cmChg>
          </p:ext>
        </pc:extLst>
      </pc:sldChg>
      <pc:sldChg chg="addSp modSp mod setBg">
        <pc:chgData name="Anas Farhan (40208262)" userId="S::40208262@hruc.ac.uk::c85cc640-cd83-4d86-aabe-e389c5c2b009" providerId="AD" clId="Web-{04AF4D0E-C688-6D42-A97F-FBC32ED7318A}" dt="2025-06-11T15:19:33.718" v="218"/>
        <pc:sldMkLst>
          <pc:docMk/>
          <pc:sldMk cId="3306794130" sldId="274"/>
        </pc:sldMkLst>
        <pc:spChg chg="mod">
          <ac:chgData name="Anas Farhan (40208262)" userId="S::40208262@hruc.ac.uk::c85cc640-cd83-4d86-aabe-e389c5c2b009" providerId="AD" clId="Web-{04AF4D0E-C688-6D42-A97F-FBC32ED7318A}" dt="2025-06-11T15:19:33.718" v="218"/>
          <ac:spMkLst>
            <pc:docMk/>
            <pc:sldMk cId="3306794130" sldId="274"/>
            <ac:spMk id="2" creationId="{C34032BE-2DA2-74C0-85C7-FF2A6A406DFC}"/>
          </ac:spMkLst>
        </pc:spChg>
        <pc:spChg chg="mod">
          <ac:chgData name="Anas Farhan (40208262)" userId="S::40208262@hruc.ac.uk::c85cc640-cd83-4d86-aabe-e389c5c2b009" providerId="AD" clId="Web-{04AF4D0E-C688-6D42-A97F-FBC32ED7318A}" dt="2025-06-11T15:19:33.718" v="218"/>
          <ac:spMkLst>
            <pc:docMk/>
            <pc:sldMk cId="3306794130" sldId="274"/>
            <ac:spMk id="3" creationId="{B3031B4D-E1E2-3B9A-1FEE-4F8C6AAC57DF}"/>
          </ac:spMkLst>
        </pc:spChg>
        <pc:spChg chg="add">
          <ac:chgData name="Anas Farhan (40208262)" userId="S::40208262@hruc.ac.uk::c85cc640-cd83-4d86-aabe-e389c5c2b009" providerId="AD" clId="Web-{04AF4D0E-C688-6D42-A97F-FBC32ED7318A}" dt="2025-06-11T15:19:33.718" v="218"/>
          <ac:spMkLst>
            <pc:docMk/>
            <pc:sldMk cId="3306794130" sldId="274"/>
            <ac:spMk id="9" creationId="{CBB0869A-0BE5-B3E9-F73D-2F3691E4D932}"/>
          </ac:spMkLst>
        </pc:spChg>
        <pc:picChg chg="mod">
          <ac:chgData name="Anas Farhan (40208262)" userId="S::40208262@hruc.ac.uk::c85cc640-cd83-4d86-aabe-e389c5c2b009" providerId="AD" clId="Web-{04AF4D0E-C688-6D42-A97F-FBC32ED7318A}" dt="2025-06-11T15:19:33.718" v="218"/>
          <ac:picMkLst>
            <pc:docMk/>
            <pc:sldMk cId="3306794130" sldId="274"/>
            <ac:picMk id="4" creationId="{F4E2F41A-96B6-FDAE-EF62-82A654C6EC39}"/>
          </ac:picMkLst>
        </pc:picChg>
      </pc:sldChg>
      <pc:sldChg chg="addSp delSp modSp mod setBg">
        <pc:chgData name="Anas Farhan (40208262)" userId="S::40208262@hruc.ac.uk::c85cc640-cd83-4d86-aabe-e389c5c2b009" providerId="AD" clId="Web-{04AF4D0E-C688-6D42-A97F-FBC32ED7318A}" dt="2025-06-11T15:20:18.173" v="222"/>
        <pc:sldMkLst>
          <pc:docMk/>
          <pc:sldMk cId="2744946054" sldId="275"/>
        </pc:sldMkLst>
        <pc:spChg chg="mod">
          <ac:chgData name="Anas Farhan (40208262)" userId="S::40208262@hruc.ac.uk::c85cc640-cd83-4d86-aabe-e389c5c2b009" providerId="AD" clId="Web-{04AF4D0E-C688-6D42-A97F-FBC32ED7318A}" dt="2025-06-11T15:20:10.860" v="221"/>
          <ac:spMkLst>
            <pc:docMk/>
            <pc:sldMk cId="2744946054" sldId="275"/>
            <ac:spMk id="2" creationId="{8AB6E618-DEE3-5452-8CCE-BD56A0E6FE53}"/>
          </ac:spMkLst>
        </pc:spChg>
        <pc:spChg chg="mod ord">
          <ac:chgData name="Anas Farhan (40208262)" userId="S::40208262@hruc.ac.uk::c85cc640-cd83-4d86-aabe-e389c5c2b009" providerId="AD" clId="Web-{04AF4D0E-C688-6D42-A97F-FBC32ED7318A}" dt="2025-06-11T15:20:10.860" v="221"/>
          <ac:spMkLst>
            <pc:docMk/>
            <pc:sldMk cId="2744946054" sldId="275"/>
            <ac:spMk id="6" creationId="{15CE5D40-3C24-54A5-93C0-2DFC3950CDD7}"/>
          </ac:spMkLst>
        </pc:spChg>
        <pc:spChg chg="add">
          <ac:chgData name="Anas Farhan (40208262)" userId="S::40208262@hruc.ac.uk::c85cc640-cd83-4d86-aabe-e389c5c2b009" providerId="AD" clId="Web-{04AF4D0E-C688-6D42-A97F-FBC32ED7318A}" dt="2025-06-11T15:20:10.860" v="221"/>
          <ac:spMkLst>
            <pc:docMk/>
            <pc:sldMk cId="2744946054" sldId="275"/>
            <ac:spMk id="12" creationId="{66E48AFA-8884-4F68-A44F-D2C1E8609C5A}"/>
          </ac:spMkLst>
        </pc:spChg>
        <pc:spChg chg="add del">
          <ac:chgData name="Anas Farhan (40208262)" userId="S::40208262@hruc.ac.uk::c85cc640-cd83-4d86-aabe-e389c5c2b009" providerId="AD" clId="Web-{04AF4D0E-C688-6D42-A97F-FBC32ED7318A}" dt="2025-06-11T15:20:18.173" v="222"/>
          <ac:spMkLst>
            <pc:docMk/>
            <pc:sldMk cId="2744946054" sldId="275"/>
            <ac:spMk id="14" creationId="{969D19A6-08CB-498C-93EC-3FFB021FC68A}"/>
          </ac:spMkLst>
        </pc:spChg>
        <pc:picChg chg="mod">
          <ac:chgData name="Anas Farhan (40208262)" userId="S::40208262@hruc.ac.uk::c85cc640-cd83-4d86-aabe-e389c5c2b009" providerId="AD" clId="Web-{04AF4D0E-C688-6D42-A97F-FBC32ED7318A}" dt="2025-06-11T15:20:10.860" v="221"/>
          <ac:picMkLst>
            <pc:docMk/>
            <pc:sldMk cId="2744946054" sldId="275"/>
            <ac:picMk id="7" creationId="{8FFBF378-357C-0ADA-EF0C-BFC919A4D464}"/>
          </ac:picMkLst>
        </pc:picChg>
      </pc:sldChg>
      <pc:sldChg chg="addSp modSp mod setBg">
        <pc:chgData name="Anas Farhan (40208262)" userId="S::40208262@hruc.ac.uk::c85cc640-cd83-4d86-aabe-e389c5c2b009" providerId="AD" clId="Web-{04AF4D0E-C688-6D42-A97F-FBC32ED7318A}" dt="2025-06-11T15:47:45.744" v="251" actId="14100"/>
        <pc:sldMkLst>
          <pc:docMk/>
          <pc:sldMk cId="3728947890" sldId="276"/>
        </pc:sldMkLst>
        <pc:spChg chg="mod">
          <ac:chgData name="Anas Farhan (40208262)" userId="S::40208262@hruc.ac.uk::c85cc640-cd83-4d86-aabe-e389c5c2b009" providerId="AD" clId="Web-{04AF4D0E-C688-6D42-A97F-FBC32ED7318A}" dt="2025-06-11T15:20:25.001" v="223"/>
          <ac:spMkLst>
            <pc:docMk/>
            <pc:sldMk cId="3728947890" sldId="276"/>
            <ac:spMk id="2" creationId="{801F174B-75EF-1C3A-4B3E-7BAA31082F68}"/>
          </ac:spMkLst>
        </pc:spChg>
        <pc:spChg chg="mod">
          <ac:chgData name="Anas Farhan (40208262)" userId="S::40208262@hruc.ac.uk::c85cc640-cd83-4d86-aabe-e389c5c2b009" providerId="AD" clId="Web-{04AF4D0E-C688-6D42-A97F-FBC32ED7318A}" dt="2025-06-11T15:20:25.001" v="223"/>
          <ac:spMkLst>
            <pc:docMk/>
            <pc:sldMk cId="3728947890" sldId="276"/>
            <ac:spMk id="3" creationId="{3CDDFCBD-6E88-5B56-47FA-B39B1B6F43B5}"/>
          </ac:spMkLst>
        </pc:spChg>
        <pc:spChg chg="add">
          <ac:chgData name="Anas Farhan (40208262)" userId="S::40208262@hruc.ac.uk::c85cc640-cd83-4d86-aabe-e389c5c2b009" providerId="AD" clId="Web-{04AF4D0E-C688-6D42-A97F-FBC32ED7318A}" dt="2025-06-11T15:20:25.001" v="223"/>
          <ac:spMkLst>
            <pc:docMk/>
            <pc:sldMk cId="3728947890" sldId="276"/>
            <ac:spMk id="9" creationId="{37B65277-82C6-6D08-6DCA-4A7DCC3B7136}"/>
          </ac:spMkLst>
        </pc:spChg>
        <pc:picChg chg="mod">
          <ac:chgData name="Anas Farhan (40208262)" userId="S::40208262@hruc.ac.uk::c85cc640-cd83-4d86-aabe-e389c5c2b009" providerId="AD" clId="Web-{04AF4D0E-C688-6D42-A97F-FBC32ED7318A}" dt="2025-06-11T15:47:45.744" v="251" actId="14100"/>
          <ac:picMkLst>
            <pc:docMk/>
            <pc:sldMk cId="3728947890" sldId="276"/>
            <ac:picMk id="4" creationId="{19C23649-BF02-C793-3046-E3C31E253CC0}"/>
          </ac:picMkLst>
        </pc:picChg>
      </pc:sldChg>
      <pc:sldChg chg="addSp modSp mod setBg">
        <pc:chgData name="Anas Farhan (40208262)" userId="S::40208262@hruc.ac.uk::c85cc640-cd83-4d86-aabe-e389c5c2b009" providerId="AD" clId="Web-{04AF4D0E-C688-6D42-A97F-FBC32ED7318A}" dt="2025-06-11T15:20:29.455" v="224"/>
        <pc:sldMkLst>
          <pc:docMk/>
          <pc:sldMk cId="106324220" sldId="277"/>
        </pc:sldMkLst>
        <pc:spChg chg="mod">
          <ac:chgData name="Anas Farhan (40208262)" userId="S::40208262@hruc.ac.uk::c85cc640-cd83-4d86-aabe-e389c5c2b009" providerId="AD" clId="Web-{04AF4D0E-C688-6D42-A97F-FBC32ED7318A}" dt="2025-06-11T15:20:29.455" v="224"/>
          <ac:spMkLst>
            <pc:docMk/>
            <pc:sldMk cId="106324220" sldId="277"/>
            <ac:spMk id="2" creationId="{27341225-CA20-E7AE-DF4D-07801391181C}"/>
          </ac:spMkLst>
        </pc:spChg>
        <pc:spChg chg="mod">
          <ac:chgData name="Anas Farhan (40208262)" userId="S::40208262@hruc.ac.uk::c85cc640-cd83-4d86-aabe-e389c5c2b009" providerId="AD" clId="Web-{04AF4D0E-C688-6D42-A97F-FBC32ED7318A}" dt="2025-06-11T15:20:29.455" v="224"/>
          <ac:spMkLst>
            <pc:docMk/>
            <pc:sldMk cId="106324220" sldId="277"/>
            <ac:spMk id="3" creationId="{1ADED9D0-E690-4B7B-824A-166080147A9C}"/>
          </ac:spMkLst>
        </pc:spChg>
        <pc:spChg chg="add">
          <ac:chgData name="Anas Farhan (40208262)" userId="S::40208262@hruc.ac.uk::c85cc640-cd83-4d86-aabe-e389c5c2b009" providerId="AD" clId="Web-{04AF4D0E-C688-6D42-A97F-FBC32ED7318A}" dt="2025-06-11T15:20:29.455" v="224"/>
          <ac:spMkLst>
            <pc:docMk/>
            <pc:sldMk cId="106324220" sldId="277"/>
            <ac:spMk id="9" creationId="{37B65277-82C6-6D08-6DCA-4A7DCC3B7136}"/>
          </ac:spMkLst>
        </pc:spChg>
        <pc:picChg chg="mod">
          <ac:chgData name="Anas Farhan (40208262)" userId="S::40208262@hruc.ac.uk::c85cc640-cd83-4d86-aabe-e389c5c2b009" providerId="AD" clId="Web-{04AF4D0E-C688-6D42-A97F-FBC32ED7318A}" dt="2025-06-11T15:20:29.455" v="224"/>
          <ac:picMkLst>
            <pc:docMk/>
            <pc:sldMk cId="106324220" sldId="277"/>
            <ac:picMk id="4" creationId="{45F0AB8A-73D8-32CB-5DA5-5505E4EBC38D}"/>
          </ac:picMkLst>
        </pc:picChg>
      </pc:sldChg>
      <pc:sldChg chg="addSp modSp mod setBg">
        <pc:chgData name="Anas Farhan (40208262)" userId="S::40208262@hruc.ac.uk::c85cc640-cd83-4d86-aabe-e389c5c2b009" providerId="AD" clId="Web-{04AF4D0E-C688-6D42-A97F-FBC32ED7318A}" dt="2025-06-11T15:20:39.002" v="225"/>
        <pc:sldMkLst>
          <pc:docMk/>
          <pc:sldMk cId="1402787276" sldId="278"/>
        </pc:sldMkLst>
        <pc:spChg chg="mod">
          <ac:chgData name="Anas Farhan (40208262)" userId="S::40208262@hruc.ac.uk::c85cc640-cd83-4d86-aabe-e389c5c2b009" providerId="AD" clId="Web-{04AF4D0E-C688-6D42-A97F-FBC32ED7318A}" dt="2025-06-11T15:20:39.002" v="225"/>
          <ac:spMkLst>
            <pc:docMk/>
            <pc:sldMk cId="1402787276" sldId="278"/>
            <ac:spMk id="2" creationId="{CFD5F6C8-EFA7-662F-8A18-1A2260AC69A0}"/>
          </ac:spMkLst>
        </pc:spChg>
        <pc:spChg chg="mod">
          <ac:chgData name="Anas Farhan (40208262)" userId="S::40208262@hruc.ac.uk::c85cc640-cd83-4d86-aabe-e389c5c2b009" providerId="AD" clId="Web-{04AF4D0E-C688-6D42-A97F-FBC32ED7318A}" dt="2025-06-11T15:20:39.002" v="225"/>
          <ac:spMkLst>
            <pc:docMk/>
            <pc:sldMk cId="1402787276" sldId="278"/>
            <ac:spMk id="3" creationId="{C96AA5BF-38C6-21D0-208C-507C9B34FD1F}"/>
          </ac:spMkLst>
        </pc:spChg>
        <pc:spChg chg="add">
          <ac:chgData name="Anas Farhan (40208262)" userId="S::40208262@hruc.ac.uk::c85cc640-cd83-4d86-aabe-e389c5c2b009" providerId="AD" clId="Web-{04AF4D0E-C688-6D42-A97F-FBC32ED7318A}" dt="2025-06-11T15:20:39.002" v="225"/>
          <ac:spMkLst>
            <pc:docMk/>
            <pc:sldMk cId="1402787276" sldId="278"/>
            <ac:spMk id="9" creationId="{37B65277-82C6-6D08-6DCA-4A7DCC3B7136}"/>
          </ac:spMkLst>
        </pc:spChg>
        <pc:picChg chg="mod">
          <ac:chgData name="Anas Farhan (40208262)" userId="S::40208262@hruc.ac.uk::c85cc640-cd83-4d86-aabe-e389c5c2b009" providerId="AD" clId="Web-{04AF4D0E-C688-6D42-A97F-FBC32ED7318A}" dt="2025-06-11T15:20:39.002" v="225"/>
          <ac:picMkLst>
            <pc:docMk/>
            <pc:sldMk cId="1402787276" sldId="278"/>
            <ac:picMk id="4" creationId="{92DE9019-381E-CD51-BEBA-08DDC57071B3}"/>
          </ac:picMkLst>
        </pc:picChg>
      </pc:sldChg>
      <pc:sldChg chg="addSp modSp mod setBg">
        <pc:chgData name="Anas Farhan (40208262)" userId="S::40208262@hruc.ac.uk::c85cc640-cd83-4d86-aabe-e389c5c2b009" providerId="AD" clId="Web-{04AF4D0E-C688-6D42-A97F-FBC32ED7318A}" dt="2025-06-11T15:20:46.846" v="226"/>
        <pc:sldMkLst>
          <pc:docMk/>
          <pc:sldMk cId="4129852147" sldId="279"/>
        </pc:sldMkLst>
        <pc:spChg chg="mod">
          <ac:chgData name="Anas Farhan (40208262)" userId="S::40208262@hruc.ac.uk::c85cc640-cd83-4d86-aabe-e389c5c2b009" providerId="AD" clId="Web-{04AF4D0E-C688-6D42-A97F-FBC32ED7318A}" dt="2025-06-11T15:20:46.846" v="226"/>
          <ac:spMkLst>
            <pc:docMk/>
            <pc:sldMk cId="4129852147" sldId="279"/>
            <ac:spMk id="2" creationId="{89C0777F-6C03-18B6-45B5-49EFDE31AFCE}"/>
          </ac:spMkLst>
        </pc:spChg>
        <pc:spChg chg="mod">
          <ac:chgData name="Anas Farhan (40208262)" userId="S::40208262@hruc.ac.uk::c85cc640-cd83-4d86-aabe-e389c5c2b009" providerId="AD" clId="Web-{04AF4D0E-C688-6D42-A97F-FBC32ED7318A}" dt="2025-06-11T15:20:46.846" v="226"/>
          <ac:spMkLst>
            <pc:docMk/>
            <pc:sldMk cId="4129852147" sldId="279"/>
            <ac:spMk id="3" creationId="{496A5F3E-9CD8-B8ED-00FC-B0AE7F8BE400}"/>
          </ac:spMkLst>
        </pc:spChg>
        <pc:spChg chg="add">
          <ac:chgData name="Anas Farhan (40208262)" userId="S::40208262@hruc.ac.uk::c85cc640-cd83-4d86-aabe-e389c5c2b009" providerId="AD" clId="Web-{04AF4D0E-C688-6D42-A97F-FBC32ED7318A}" dt="2025-06-11T15:20:46.846" v="226"/>
          <ac:spMkLst>
            <pc:docMk/>
            <pc:sldMk cId="4129852147" sldId="279"/>
            <ac:spMk id="9" creationId="{37B65277-82C6-6D08-6DCA-4A7DCC3B7136}"/>
          </ac:spMkLst>
        </pc:spChg>
        <pc:picChg chg="mod">
          <ac:chgData name="Anas Farhan (40208262)" userId="S::40208262@hruc.ac.uk::c85cc640-cd83-4d86-aabe-e389c5c2b009" providerId="AD" clId="Web-{04AF4D0E-C688-6D42-A97F-FBC32ED7318A}" dt="2025-06-11T15:20:46.846" v="226"/>
          <ac:picMkLst>
            <pc:docMk/>
            <pc:sldMk cId="4129852147" sldId="279"/>
            <ac:picMk id="4" creationId="{A8F3D47B-D83D-32A5-5799-1702FC6A91E3}"/>
          </ac:picMkLst>
        </pc:picChg>
      </pc:sldChg>
      <pc:sldChg chg="addSp modSp mod setBg">
        <pc:chgData name="Anas Farhan (40208262)" userId="S::40208262@hruc.ac.uk::c85cc640-cd83-4d86-aabe-e389c5c2b009" providerId="AD" clId="Web-{04AF4D0E-C688-6D42-A97F-FBC32ED7318A}" dt="2025-06-11T15:36:52.285" v="236"/>
        <pc:sldMkLst>
          <pc:docMk/>
          <pc:sldMk cId="925127323" sldId="280"/>
        </pc:sldMkLst>
        <pc:spChg chg="mod">
          <ac:chgData name="Anas Farhan (40208262)" userId="S::40208262@hruc.ac.uk::c85cc640-cd83-4d86-aabe-e389c5c2b009" providerId="AD" clId="Web-{04AF4D0E-C688-6D42-A97F-FBC32ED7318A}" dt="2025-06-11T15:36:52.285" v="236"/>
          <ac:spMkLst>
            <pc:docMk/>
            <pc:sldMk cId="925127323" sldId="280"/>
            <ac:spMk id="2" creationId="{991877C7-853E-5332-865F-09B70C61BA42}"/>
          </ac:spMkLst>
        </pc:spChg>
        <pc:spChg chg="mod">
          <ac:chgData name="Anas Farhan (40208262)" userId="S::40208262@hruc.ac.uk::c85cc640-cd83-4d86-aabe-e389c5c2b009" providerId="AD" clId="Web-{04AF4D0E-C688-6D42-A97F-FBC32ED7318A}" dt="2025-06-11T15:36:52.285" v="236"/>
          <ac:spMkLst>
            <pc:docMk/>
            <pc:sldMk cId="925127323" sldId="280"/>
            <ac:spMk id="3" creationId="{17E550EE-86A4-D9F2-53F5-C46C89C4F07C}"/>
          </ac:spMkLst>
        </pc:spChg>
        <pc:spChg chg="add">
          <ac:chgData name="Anas Farhan (40208262)" userId="S::40208262@hruc.ac.uk::c85cc640-cd83-4d86-aabe-e389c5c2b009" providerId="AD" clId="Web-{04AF4D0E-C688-6D42-A97F-FBC32ED7318A}" dt="2025-06-11T15:36:52.285" v="236"/>
          <ac:spMkLst>
            <pc:docMk/>
            <pc:sldMk cId="925127323" sldId="280"/>
            <ac:spMk id="9" creationId="{CBB0869A-0BE5-B3E9-F73D-2F3691E4D932}"/>
          </ac:spMkLst>
        </pc:spChg>
        <pc:picChg chg="mod">
          <ac:chgData name="Anas Farhan (40208262)" userId="S::40208262@hruc.ac.uk::c85cc640-cd83-4d86-aabe-e389c5c2b009" providerId="AD" clId="Web-{04AF4D0E-C688-6D42-A97F-FBC32ED7318A}" dt="2025-06-11T15:36:52.285" v="236"/>
          <ac:picMkLst>
            <pc:docMk/>
            <pc:sldMk cId="925127323" sldId="280"/>
            <ac:picMk id="4" creationId="{7478C2E7-3AB7-A88E-3E61-457AFF89F31E}"/>
          </ac:picMkLst>
        </pc:picChg>
      </pc:sldChg>
    </pc:docChg>
  </pc:docChgLst>
  <pc:docChgLst>
    <pc:chgData clId="Web-{04AF4D0E-C688-6D42-A97F-FBC32ED7318A}"/>
    <pc:docChg chg="modSld">
      <pc:chgData name="" userId="" providerId="" clId="Web-{04AF4D0E-C688-6D42-A97F-FBC32ED7318A}" dt="2025-06-11T14:04:29.425" v="5" actId="20577"/>
      <pc:docMkLst>
        <pc:docMk/>
      </pc:docMkLst>
      <pc:sldChg chg="modSp">
        <pc:chgData name="" userId="" providerId="" clId="Web-{04AF4D0E-C688-6D42-A97F-FBC32ED7318A}" dt="2025-06-11T14:04:29.425" v="5" actId="20577"/>
        <pc:sldMkLst>
          <pc:docMk/>
          <pc:sldMk cId="109857222" sldId="256"/>
        </pc:sldMkLst>
        <pc:spChg chg="mod">
          <ac:chgData name="" userId="" providerId="" clId="Web-{04AF4D0E-C688-6D42-A97F-FBC32ED7318A}" dt="2025-06-11T14:04:29.425" v="5" actId="20577"/>
          <ac:spMkLst>
            <pc:docMk/>
            <pc:sldMk cId="109857222" sldId="256"/>
            <ac:spMk id="3"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03CE25-91E0-426D-BEAE-81907EAB1B1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C715A26-2BD9-48FB-A084-90694DDA8F4E}">
      <dgm:prSet/>
      <dgm:spPr/>
      <dgm:t>
        <a:bodyPr/>
        <a:lstStyle/>
        <a:p>
          <a:r>
            <a:rPr lang="en-US"/>
            <a:t>Computational thinking </a:t>
          </a:r>
        </a:p>
      </dgm:t>
    </dgm:pt>
    <dgm:pt modelId="{463882F8-F89F-478C-B727-313611C2BFF8}" type="parTrans" cxnId="{473E4BDF-3B6E-4C2C-A11B-A78328A03101}">
      <dgm:prSet/>
      <dgm:spPr/>
      <dgm:t>
        <a:bodyPr/>
        <a:lstStyle/>
        <a:p>
          <a:endParaRPr lang="en-US"/>
        </a:p>
      </dgm:t>
    </dgm:pt>
    <dgm:pt modelId="{484185FD-2785-432B-B262-12FF8451BD97}" type="sibTrans" cxnId="{473E4BDF-3B6E-4C2C-A11B-A78328A03101}">
      <dgm:prSet/>
      <dgm:spPr/>
      <dgm:t>
        <a:bodyPr/>
        <a:lstStyle/>
        <a:p>
          <a:endParaRPr lang="en-US"/>
        </a:p>
      </dgm:t>
    </dgm:pt>
    <dgm:pt modelId="{1022279F-256C-405E-829C-47871571183E}">
      <dgm:prSet/>
      <dgm:spPr/>
      <dgm:t>
        <a:bodyPr/>
        <a:lstStyle/>
        <a:p>
          <a:r>
            <a:rPr lang="en-US"/>
            <a:t>Principles of computer programming</a:t>
          </a:r>
        </a:p>
      </dgm:t>
    </dgm:pt>
    <dgm:pt modelId="{E149E263-48C3-4247-BB0E-39206EBEDDEA}" type="parTrans" cxnId="{333CB93A-5283-45A2-A64B-A571EECADB4C}">
      <dgm:prSet/>
      <dgm:spPr/>
      <dgm:t>
        <a:bodyPr/>
        <a:lstStyle/>
        <a:p>
          <a:endParaRPr lang="en-US"/>
        </a:p>
      </dgm:t>
    </dgm:pt>
    <dgm:pt modelId="{2C468F11-C2DA-4B36-8A3B-123E94392722}" type="sibTrans" cxnId="{333CB93A-5283-45A2-A64B-A571EECADB4C}">
      <dgm:prSet/>
      <dgm:spPr/>
      <dgm:t>
        <a:bodyPr/>
        <a:lstStyle/>
        <a:p>
          <a:endParaRPr lang="en-US"/>
        </a:p>
      </dgm:t>
    </dgm:pt>
    <dgm:pt modelId="{4E1D79BA-7BDB-4FBF-84CB-EBC56D259AB3}">
      <dgm:prSet/>
      <dgm:spPr/>
      <dgm:t>
        <a:bodyPr/>
        <a:lstStyle/>
        <a:p>
          <a:r>
            <a:rPr lang="en-US"/>
            <a:t>Principles of software design</a:t>
          </a:r>
        </a:p>
      </dgm:t>
    </dgm:pt>
    <dgm:pt modelId="{74EE4A4D-07FC-4855-B284-E85F3CB8F9C7}" type="parTrans" cxnId="{79D2777B-A0EF-4E53-853E-7C35377DDA10}">
      <dgm:prSet/>
      <dgm:spPr/>
      <dgm:t>
        <a:bodyPr/>
        <a:lstStyle/>
        <a:p>
          <a:endParaRPr lang="en-US"/>
        </a:p>
      </dgm:t>
    </dgm:pt>
    <dgm:pt modelId="{D697B5C7-06FF-4460-83D8-6796E4147329}" type="sibTrans" cxnId="{79D2777B-A0EF-4E53-853E-7C35377DDA10}">
      <dgm:prSet/>
      <dgm:spPr/>
      <dgm:t>
        <a:bodyPr/>
        <a:lstStyle/>
        <a:p>
          <a:endParaRPr lang="en-US"/>
        </a:p>
      </dgm:t>
    </dgm:pt>
    <dgm:pt modelId="{3AAA3495-84BB-4387-B645-93D718EA2962}" type="pres">
      <dgm:prSet presAssocID="{6103CE25-91E0-426D-BEAE-81907EAB1B18}" presName="root" presStyleCnt="0">
        <dgm:presLayoutVars>
          <dgm:dir/>
          <dgm:resizeHandles val="exact"/>
        </dgm:presLayoutVars>
      </dgm:prSet>
      <dgm:spPr/>
    </dgm:pt>
    <dgm:pt modelId="{AE08FA8E-3196-4066-8912-AE0722CA17D8}" type="pres">
      <dgm:prSet presAssocID="{2C715A26-2BD9-48FB-A084-90694DDA8F4E}" presName="compNode" presStyleCnt="0"/>
      <dgm:spPr/>
    </dgm:pt>
    <dgm:pt modelId="{833651DA-6D37-4962-A7F5-4E7214C1865A}" type="pres">
      <dgm:prSet presAssocID="{2C715A26-2BD9-48FB-A084-90694DDA8F4E}" presName="bgRect" presStyleLbl="bgShp" presStyleIdx="0" presStyleCnt="3"/>
      <dgm:spPr/>
    </dgm:pt>
    <dgm:pt modelId="{AF3A43B5-12EE-431E-9795-F73BB763320C}" type="pres">
      <dgm:prSet presAssocID="{2C715A26-2BD9-48FB-A084-90694DDA8F4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7F1E415-53B5-4A8C-A1B6-F159EF45ED9A}" type="pres">
      <dgm:prSet presAssocID="{2C715A26-2BD9-48FB-A084-90694DDA8F4E}" presName="spaceRect" presStyleCnt="0"/>
      <dgm:spPr/>
    </dgm:pt>
    <dgm:pt modelId="{22C19A45-D99A-4EA4-A932-C60B01FA60F9}" type="pres">
      <dgm:prSet presAssocID="{2C715A26-2BD9-48FB-A084-90694DDA8F4E}" presName="parTx" presStyleLbl="revTx" presStyleIdx="0" presStyleCnt="3">
        <dgm:presLayoutVars>
          <dgm:chMax val="0"/>
          <dgm:chPref val="0"/>
        </dgm:presLayoutVars>
      </dgm:prSet>
      <dgm:spPr/>
    </dgm:pt>
    <dgm:pt modelId="{C7CDE023-27AB-426C-9E91-69D965FB9800}" type="pres">
      <dgm:prSet presAssocID="{484185FD-2785-432B-B262-12FF8451BD97}" presName="sibTrans" presStyleCnt="0"/>
      <dgm:spPr/>
    </dgm:pt>
    <dgm:pt modelId="{B917C373-DB51-454F-AE35-374BA8CAE40A}" type="pres">
      <dgm:prSet presAssocID="{1022279F-256C-405E-829C-47871571183E}" presName="compNode" presStyleCnt="0"/>
      <dgm:spPr/>
    </dgm:pt>
    <dgm:pt modelId="{8D4E76C0-4907-4836-8A85-2BAAAE6DE77C}" type="pres">
      <dgm:prSet presAssocID="{1022279F-256C-405E-829C-47871571183E}" presName="bgRect" presStyleLbl="bgShp" presStyleIdx="1" presStyleCnt="3"/>
      <dgm:spPr/>
    </dgm:pt>
    <dgm:pt modelId="{5A1816F2-070C-461A-8908-0E7B696A97DB}" type="pres">
      <dgm:prSet presAssocID="{1022279F-256C-405E-829C-47871571183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9A9313FD-D48E-4D38-AAD2-F84803CE34BF}" type="pres">
      <dgm:prSet presAssocID="{1022279F-256C-405E-829C-47871571183E}" presName="spaceRect" presStyleCnt="0"/>
      <dgm:spPr/>
    </dgm:pt>
    <dgm:pt modelId="{8A695CF8-2201-42F9-B670-99EB8BAB7205}" type="pres">
      <dgm:prSet presAssocID="{1022279F-256C-405E-829C-47871571183E}" presName="parTx" presStyleLbl="revTx" presStyleIdx="1" presStyleCnt="3">
        <dgm:presLayoutVars>
          <dgm:chMax val="0"/>
          <dgm:chPref val="0"/>
        </dgm:presLayoutVars>
      </dgm:prSet>
      <dgm:spPr/>
    </dgm:pt>
    <dgm:pt modelId="{691B502B-2147-4E40-B4F2-084310808277}" type="pres">
      <dgm:prSet presAssocID="{2C468F11-C2DA-4B36-8A3B-123E94392722}" presName="sibTrans" presStyleCnt="0"/>
      <dgm:spPr/>
    </dgm:pt>
    <dgm:pt modelId="{F6385AF5-0480-46E0-9EF4-335E4026A7CB}" type="pres">
      <dgm:prSet presAssocID="{4E1D79BA-7BDB-4FBF-84CB-EBC56D259AB3}" presName="compNode" presStyleCnt="0"/>
      <dgm:spPr/>
    </dgm:pt>
    <dgm:pt modelId="{F38934FB-3C0E-4E65-A1AF-E0C946B2F021}" type="pres">
      <dgm:prSet presAssocID="{4E1D79BA-7BDB-4FBF-84CB-EBC56D259AB3}" presName="bgRect" presStyleLbl="bgShp" presStyleIdx="2" presStyleCnt="3"/>
      <dgm:spPr/>
    </dgm:pt>
    <dgm:pt modelId="{271C4571-CCAD-4658-A36A-D31E2EA77240}" type="pres">
      <dgm:prSet presAssocID="{4E1D79BA-7BDB-4FBF-84CB-EBC56D259AB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1A73D7CE-97D3-40D5-9685-A78F578431BA}" type="pres">
      <dgm:prSet presAssocID="{4E1D79BA-7BDB-4FBF-84CB-EBC56D259AB3}" presName="spaceRect" presStyleCnt="0"/>
      <dgm:spPr/>
    </dgm:pt>
    <dgm:pt modelId="{A758DFB8-300D-4E5E-9866-8B1B65F2A318}" type="pres">
      <dgm:prSet presAssocID="{4E1D79BA-7BDB-4FBF-84CB-EBC56D259AB3}" presName="parTx" presStyleLbl="revTx" presStyleIdx="2" presStyleCnt="3">
        <dgm:presLayoutVars>
          <dgm:chMax val="0"/>
          <dgm:chPref val="0"/>
        </dgm:presLayoutVars>
      </dgm:prSet>
      <dgm:spPr/>
    </dgm:pt>
  </dgm:ptLst>
  <dgm:cxnLst>
    <dgm:cxn modelId="{CDE97401-082C-4569-9C06-B072450598E4}" type="presOf" srcId="{4E1D79BA-7BDB-4FBF-84CB-EBC56D259AB3}" destId="{A758DFB8-300D-4E5E-9866-8B1B65F2A318}" srcOrd="0" destOrd="0" presId="urn:microsoft.com/office/officeart/2018/2/layout/IconVerticalSolidList"/>
    <dgm:cxn modelId="{02E2FB26-591C-4303-92B9-F4D503063719}" type="presOf" srcId="{6103CE25-91E0-426D-BEAE-81907EAB1B18}" destId="{3AAA3495-84BB-4387-B645-93D718EA2962}" srcOrd="0" destOrd="0" presId="urn:microsoft.com/office/officeart/2018/2/layout/IconVerticalSolidList"/>
    <dgm:cxn modelId="{333CB93A-5283-45A2-A64B-A571EECADB4C}" srcId="{6103CE25-91E0-426D-BEAE-81907EAB1B18}" destId="{1022279F-256C-405E-829C-47871571183E}" srcOrd="1" destOrd="0" parTransId="{E149E263-48C3-4247-BB0E-39206EBEDDEA}" sibTransId="{2C468F11-C2DA-4B36-8A3B-123E94392722}"/>
    <dgm:cxn modelId="{79D2777B-A0EF-4E53-853E-7C35377DDA10}" srcId="{6103CE25-91E0-426D-BEAE-81907EAB1B18}" destId="{4E1D79BA-7BDB-4FBF-84CB-EBC56D259AB3}" srcOrd="2" destOrd="0" parTransId="{74EE4A4D-07FC-4855-B284-E85F3CB8F9C7}" sibTransId="{D697B5C7-06FF-4460-83D8-6796E4147329}"/>
    <dgm:cxn modelId="{AE6BE789-2389-4B2F-AADB-6F539E406F24}" type="presOf" srcId="{2C715A26-2BD9-48FB-A084-90694DDA8F4E}" destId="{22C19A45-D99A-4EA4-A932-C60B01FA60F9}" srcOrd="0" destOrd="0" presId="urn:microsoft.com/office/officeart/2018/2/layout/IconVerticalSolidList"/>
    <dgm:cxn modelId="{6E343E8D-97BB-48A5-8C03-58AB14F75E86}" type="presOf" srcId="{1022279F-256C-405E-829C-47871571183E}" destId="{8A695CF8-2201-42F9-B670-99EB8BAB7205}" srcOrd="0" destOrd="0" presId="urn:microsoft.com/office/officeart/2018/2/layout/IconVerticalSolidList"/>
    <dgm:cxn modelId="{473E4BDF-3B6E-4C2C-A11B-A78328A03101}" srcId="{6103CE25-91E0-426D-BEAE-81907EAB1B18}" destId="{2C715A26-2BD9-48FB-A084-90694DDA8F4E}" srcOrd="0" destOrd="0" parTransId="{463882F8-F89F-478C-B727-313611C2BFF8}" sibTransId="{484185FD-2785-432B-B262-12FF8451BD97}"/>
    <dgm:cxn modelId="{A453B311-5C96-48B8-87E8-1443A52A2F2E}" type="presParOf" srcId="{3AAA3495-84BB-4387-B645-93D718EA2962}" destId="{AE08FA8E-3196-4066-8912-AE0722CA17D8}" srcOrd="0" destOrd="0" presId="urn:microsoft.com/office/officeart/2018/2/layout/IconVerticalSolidList"/>
    <dgm:cxn modelId="{1788B698-B825-419E-A684-F7879DC080D5}" type="presParOf" srcId="{AE08FA8E-3196-4066-8912-AE0722CA17D8}" destId="{833651DA-6D37-4962-A7F5-4E7214C1865A}" srcOrd="0" destOrd="0" presId="urn:microsoft.com/office/officeart/2018/2/layout/IconVerticalSolidList"/>
    <dgm:cxn modelId="{126EF9B2-F242-438F-B99D-AEA61F30853C}" type="presParOf" srcId="{AE08FA8E-3196-4066-8912-AE0722CA17D8}" destId="{AF3A43B5-12EE-431E-9795-F73BB763320C}" srcOrd="1" destOrd="0" presId="urn:microsoft.com/office/officeart/2018/2/layout/IconVerticalSolidList"/>
    <dgm:cxn modelId="{40DC04CC-9BA5-4568-8715-8102BB3C1CF2}" type="presParOf" srcId="{AE08FA8E-3196-4066-8912-AE0722CA17D8}" destId="{37F1E415-53B5-4A8C-A1B6-F159EF45ED9A}" srcOrd="2" destOrd="0" presId="urn:microsoft.com/office/officeart/2018/2/layout/IconVerticalSolidList"/>
    <dgm:cxn modelId="{E8265A36-CDCF-425E-9954-8B723C70C81C}" type="presParOf" srcId="{AE08FA8E-3196-4066-8912-AE0722CA17D8}" destId="{22C19A45-D99A-4EA4-A932-C60B01FA60F9}" srcOrd="3" destOrd="0" presId="urn:microsoft.com/office/officeart/2018/2/layout/IconVerticalSolidList"/>
    <dgm:cxn modelId="{6D3CF304-F677-4A9E-8F7B-BB8DA699F568}" type="presParOf" srcId="{3AAA3495-84BB-4387-B645-93D718EA2962}" destId="{C7CDE023-27AB-426C-9E91-69D965FB9800}" srcOrd="1" destOrd="0" presId="urn:microsoft.com/office/officeart/2018/2/layout/IconVerticalSolidList"/>
    <dgm:cxn modelId="{7B09D04C-1EF9-4E5C-824C-5B3470E2CE2F}" type="presParOf" srcId="{3AAA3495-84BB-4387-B645-93D718EA2962}" destId="{B917C373-DB51-454F-AE35-374BA8CAE40A}" srcOrd="2" destOrd="0" presId="urn:microsoft.com/office/officeart/2018/2/layout/IconVerticalSolidList"/>
    <dgm:cxn modelId="{A0CAC0E1-7575-41C0-8636-B6130948BCB9}" type="presParOf" srcId="{B917C373-DB51-454F-AE35-374BA8CAE40A}" destId="{8D4E76C0-4907-4836-8A85-2BAAAE6DE77C}" srcOrd="0" destOrd="0" presId="urn:microsoft.com/office/officeart/2018/2/layout/IconVerticalSolidList"/>
    <dgm:cxn modelId="{A9DEC291-3805-4D17-A2A6-9F3677C7F334}" type="presParOf" srcId="{B917C373-DB51-454F-AE35-374BA8CAE40A}" destId="{5A1816F2-070C-461A-8908-0E7B696A97DB}" srcOrd="1" destOrd="0" presId="urn:microsoft.com/office/officeart/2018/2/layout/IconVerticalSolidList"/>
    <dgm:cxn modelId="{C5614078-BFD7-4F99-B047-1C18099BA837}" type="presParOf" srcId="{B917C373-DB51-454F-AE35-374BA8CAE40A}" destId="{9A9313FD-D48E-4D38-AAD2-F84803CE34BF}" srcOrd="2" destOrd="0" presId="urn:microsoft.com/office/officeart/2018/2/layout/IconVerticalSolidList"/>
    <dgm:cxn modelId="{E0340C52-52FC-4898-B25E-C7E45FC1C2BC}" type="presParOf" srcId="{B917C373-DB51-454F-AE35-374BA8CAE40A}" destId="{8A695CF8-2201-42F9-B670-99EB8BAB7205}" srcOrd="3" destOrd="0" presId="urn:microsoft.com/office/officeart/2018/2/layout/IconVerticalSolidList"/>
    <dgm:cxn modelId="{F9060A72-D14D-4444-8A70-00C01F9D7FE7}" type="presParOf" srcId="{3AAA3495-84BB-4387-B645-93D718EA2962}" destId="{691B502B-2147-4E40-B4F2-084310808277}" srcOrd="3" destOrd="0" presId="urn:microsoft.com/office/officeart/2018/2/layout/IconVerticalSolidList"/>
    <dgm:cxn modelId="{6B50B578-7E19-4FCC-A7E4-EFEB4C160AF5}" type="presParOf" srcId="{3AAA3495-84BB-4387-B645-93D718EA2962}" destId="{F6385AF5-0480-46E0-9EF4-335E4026A7CB}" srcOrd="4" destOrd="0" presId="urn:microsoft.com/office/officeart/2018/2/layout/IconVerticalSolidList"/>
    <dgm:cxn modelId="{49E35E8E-609E-4600-BD2A-5A162635CB01}" type="presParOf" srcId="{F6385AF5-0480-46E0-9EF4-335E4026A7CB}" destId="{F38934FB-3C0E-4E65-A1AF-E0C946B2F021}" srcOrd="0" destOrd="0" presId="urn:microsoft.com/office/officeart/2018/2/layout/IconVerticalSolidList"/>
    <dgm:cxn modelId="{4C153A2D-10E3-4F3B-92F8-18AEF8E1625B}" type="presParOf" srcId="{F6385AF5-0480-46E0-9EF4-335E4026A7CB}" destId="{271C4571-CCAD-4658-A36A-D31E2EA77240}" srcOrd="1" destOrd="0" presId="urn:microsoft.com/office/officeart/2018/2/layout/IconVerticalSolidList"/>
    <dgm:cxn modelId="{1084F3DA-C730-4F99-9E5D-262AA2A6DF4B}" type="presParOf" srcId="{F6385AF5-0480-46E0-9EF4-335E4026A7CB}" destId="{1A73D7CE-97D3-40D5-9685-A78F578431BA}" srcOrd="2" destOrd="0" presId="urn:microsoft.com/office/officeart/2018/2/layout/IconVerticalSolidList"/>
    <dgm:cxn modelId="{1C35EAE4-F67B-4855-A600-801AF2682E0F}" type="presParOf" srcId="{F6385AF5-0480-46E0-9EF4-335E4026A7CB}" destId="{A758DFB8-300D-4E5E-9866-8B1B65F2A3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38798E-E4CC-4E2E-A9BA-953015EB696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70604CD-7E48-4353-9619-EC0344D6CFC1}">
      <dgm:prSet/>
      <dgm:spPr/>
      <dgm:t>
        <a:bodyPr/>
        <a:lstStyle/>
        <a:p>
          <a:r>
            <a:rPr lang="en-US"/>
            <a:t>Definition - A SRP is a programming principle that says a module should only have the responsibility of handling one actor only, meaning should only having and executing one action at a time. From google.</a:t>
          </a:r>
        </a:p>
      </dgm:t>
    </dgm:pt>
    <dgm:pt modelId="{7B28D70D-CAFB-4EFA-BAE0-6E600BC931E2}" type="parTrans" cxnId="{5054F41D-39FC-411D-910A-91374B01A43E}">
      <dgm:prSet/>
      <dgm:spPr/>
      <dgm:t>
        <a:bodyPr/>
        <a:lstStyle/>
        <a:p>
          <a:endParaRPr lang="en-US"/>
        </a:p>
      </dgm:t>
    </dgm:pt>
    <dgm:pt modelId="{F19599EC-3581-4407-9803-A77FD85CB72A}" type="sibTrans" cxnId="{5054F41D-39FC-411D-910A-91374B01A43E}">
      <dgm:prSet/>
      <dgm:spPr/>
      <dgm:t>
        <a:bodyPr/>
        <a:lstStyle/>
        <a:p>
          <a:endParaRPr lang="en-US"/>
        </a:p>
      </dgm:t>
    </dgm:pt>
    <dgm:pt modelId="{54485403-74EE-4C4E-A806-73564168ADE5}">
      <dgm:prSet/>
      <dgm:spPr/>
      <dgm:t>
        <a:bodyPr/>
        <a:lstStyle/>
        <a:p>
          <a:r>
            <a:rPr lang="en-US"/>
            <a:t>Example:  The welcome() function lets us only to start the program, it cannot execute another function except for starting the program.</a:t>
          </a:r>
        </a:p>
      </dgm:t>
    </dgm:pt>
    <dgm:pt modelId="{B0875E30-F0A2-4863-98B3-29AE16D840E8}" type="parTrans" cxnId="{4950100A-062A-46D7-B5EF-C75989A6AD66}">
      <dgm:prSet/>
      <dgm:spPr/>
      <dgm:t>
        <a:bodyPr/>
        <a:lstStyle/>
        <a:p>
          <a:endParaRPr lang="en-US"/>
        </a:p>
      </dgm:t>
    </dgm:pt>
    <dgm:pt modelId="{CBA7232A-A008-4DF3-81AF-21168B910649}" type="sibTrans" cxnId="{4950100A-062A-46D7-B5EF-C75989A6AD66}">
      <dgm:prSet/>
      <dgm:spPr/>
      <dgm:t>
        <a:bodyPr/>
        <a:lstStyle/>
        <a:p>
          <a:endParaRPr lang="en-US"/>
        </a:p>
      </dgm:t>
    </dgm:pt>
    <dgm:pt modelId="{8245D0A7-2D57-4CBE-94C4-533E8A82A996}" type="pres">
      <dgm:prSet presAssocID="{F338798E-E4CC-4E2E-A9BA-953015EB6968}" presName="vert0" presStyleCnt="0">
        <dgm:presLayoutVars>
          <dgm:dir/>
          <dgm:animOne val="branch"/>
          <dgm:animLvl val="lvl"/>
        </dgm:presLayoutVars>
      </dgm:prSet>
      <dgm:spPr/>
    </dgm:pt>
    <dgm:pt modelId="{AAA05138-B6C2-473E-94EA-25D15A24A37B}" type="pres">
      <dgm:prSet presAssocID="{970604CD-7E48-4353-9619-EC0344D6CFC1}" presName="thickLine" presStyleLbl="alignNode1" presStyleIdx="0" presStyleCnt="2"/>
      <dgm:spPr/>
    </dgm:pt>
    <dgm:pt modelId="{D1381D5F-2D11-4392-9AE4-FFD3B7D6C0D3}" type="pres">
      <dgm:prSet presAssocID="{970604CD-7E48-4353-9619-EC0344D6CFC1}" presName="horz1" presStyleCnt="0"/>
      <dgm:spPr/>
    </dgm:pt>
    <dgm:pt modelId="{B9F3DDF0-8D81-4894-8E88-D2BEA8002955}" type="pres">
      <dgm:prSet presAssocID="{970604CD-7E48-4353-9619-EC0344D6CFC1}" presName="tx1" presStyleLbl="revTx" presStyleIdx="0" presStyleCnt="2"/>
      <dgm:spPr/>
    </dgm:pt>
    <dgm:pt modelId="{BA434A7C-DFE2-4350-AC44-5960E8A15DFA}" type="pres">
      <dgm:prSet presAssocID="{970604CD-7E48-4353-9619-EC0344D6CFC1}" presName="vert1" presStyleCnt="0"/>
      <dgm:spPr/>
    </dgm:pt>
    <dgm:pt modelId="{CDA12CAD-F91F-4560-988B-0E5C84A62383}" type="pres">
      <dgm:prSet presAssocID="{54485403-74EE-4C4E-A806-73564168ADE5}" presName="thickLine" presStyleLbl="alignNode1" presStyleIdx="1" presStyleCnt="2"/>
      <dgm:spPr/>
    </dgm:pt>
    <dgm:pt modelId="{957F720A-8CFC-41FE-A6EF-036FE5D4F4B5}" type="pres">
      <dgm:prSet presAssocID="{54485403-74EE-4C4E-A806-73564168ADE5}" presName="horz1" presStyleCnt="0"/>
      <dgm:spPr/>
    </dgm:pt>
    <dgm:pt modelId="{73F234E3-1682-4895-8E7E-00B0004875A2}" type="pres">
      <dgm:prSet presAssocID="{54485403-74EE-4C4E-A806-73564168ADE5}" presName="tx1" presStyleLbl="revTx" presStyleIdx="1" presStyleCnt="2"/>
      <dgm:spPr/>
    </dgm:pt>
    <dgm:pt modelId="{71E455A0-7D1F-4626-9335-83BC4723616E}" type="pres">
      <dgm:prSet presAssocID="{54485403-74EE-4C4E-A806-73564168ADE5}" presName="vert1" presStyleCnt="0"/>
      <dgm:spPr/>
    </dgm:pt>
  </dgm:ptLst>
  <dgm:cxnLst>
    <dgm:cxn modelId="{4950100A-062A-46D7-B5EF-C75989A6AD66}" srcId="{F338798E-E4CC-4E2E-A9BA-953015EB6968}" destId="{54485403-74EE-4C4E-A806-73564168ADE5}" srcOrd="1" destOrd="0" parTransId="{B0875E30-F0A2-4863-98B3-29AE16D840E8}" sibTransId="{CBA7232A-A008-4DF3-81AF-21168B910649}"/>
    <dgm:cxn modelId="{5054F41D-39FC-411D-910A-91374B01A43E}" srcId="{F338798E-E4CC-4E2E-A9BA-953015EB6968}" destId="{970604CD-7E48-4353-9619-EC0344D6CFC1}" srcOrd="0" destOrd="0" parTransId="{7B28D70D-CAFB-4EFA-BAE0-6E600BC931E2}" sibTransId="{F19599EC-3581-4407-9803-A77FD85CB72A}"/>
    <dgm:cxn modelId="{AAFCD85E-4153-4B73-A75A-31FBCC7B4AC7}" type="presOf" srcId="{970604CD-7E48-4353-9619-EC0344D6CFC1}" destId="{B9F3DDF0-8D81-4894-8E88-D2BEA8002955}" srcOrd="0" destOrd="0" presId="urn:microsoft.com/office/officeart/2008/layout/LinedList"/>
    <dgm:cxn modelId="{15513C7E-34B3-478E-AEE3-C7AE0E2E4361}" type="presOf" srcId="{54485403-74EE-4C4E-A806-73564168ADE5}" destId="{73F234E3-1682-4895-8E7E-00B0004875A2}" srcOrd="0" destOrd="0" presId="urn:microsoft.com/office/officeart/2008/layout/LinedList"/>
    <dgm:cxn modelId="{FDA9DDDF-0A88-4F1E-A87E-CA4B837E6053}" type="presOf" srcId="{F338798E-E4CC-4E2E-A9BA-953015EB6968}" destId="{8245D0A7-2D57-4CBE-94C4-533E8A82A996}" srcOrd="0" destOrd="0" presId="urn:microsoft.com/office/officeart/2008/layout/LinedList"/>
    <dgm:cxn modelId="{99B2E61E-12DD-490B-86AE-4978A0D93823}" type="presParOf" srcId="{8245D0A7-2D57-4CBE-94C4-533E8A82A996}" destId="{AAA05138-B6C2-473E-94EA-25D15A24A37B}" srcOrd="0" destOrd="0" presId="urn:microsoft.com/office/officeart/2008/layout/LinedList"/>
    <dgm:cxn modelId="{7248903B-8E28-420B-BC86-651EDB354542}" type="presParOf" srcId="{8245D0A7-2D57-4CBE-94C4-533E8A82A996}" destId="{D1381D5F-2D11-4392-9AE4-FFD3B7D6C0D3}" srcOrd="1" destOrd="0" presId="urn:microsoft.com/office/officeart/2008/layout/LinedList"/>
    <dgm:cxn modelId="{0D05CC1D-CB81-47F1-A70B-564200C0628D}" type="presParOf" srcId="{D1381D5F-2D11-4392-9AE4-FFD3B7D6C0D3}" destId="{B9F3DDF0-8D81-4894-8E88-D2BEA8002955}" srcOrd="0" destOrd="0" presId="urn:microsoft.com/office/officeart/2008/layout/LinedList"/>
    <dgm:cxn modelId="{FA08E5E6-269D-45CF-8E85-B3D4DD9281C1}" type="presParOf" srcId="{D1381D5F-2D11-4392-9AE4-FFD3B7D6C0D3}" destId="{BA434A7C-DFE2-4350-AC44-5960E8A15DFA}" srcOrd="1" destOrd="0" presId="urn:microsoft.com/office/officeart/2008/layout/LinedList"/>
    <dgm:cxn modelId="{123A3BB7-B7AE-4F05-AAC3-2547D97BAC37}" type="presParOf" srcId="{8245D0A7-2D57-4CBE-94C4-533E8A82A996}" destId="{CDA12CAD-F91F-4560-988B-0E5C84A62383}" srcOrd="2" destOrd="0" presId="urn:microsoft.com/office/officeart/2008/layout/LinedList"/>
    <dgm:cxn modelId="{B4B5B7DD-5045-4EE4-8D17-9AE84E0F21D7}" type="presParOf" srcId="{8245D0A7-2D57-4CBE-94C4-533E8A82A996}" destId="{957F720A-8CFC-41FE-A6EF-036FE5D4F4B5}" srcOrd="3" destOrd="0" presId="urn:microsoft.com/office/officeart/2008/layout/LinedList"/>
    <dgm:cxn modelId="{CA3E16AA-35C2-4DC8-AD38-87679E7DA9AB}" type="presParOf" srcId="{957F720A-8CFC-41FE-A6EF-036FE5D4F4B5}" destId="{73F234E3-1682-4895-8E7E-00B0004875A2}" srcOrd="0" destOrd="0" presId="urn:microsoft.com/office/officeart/2008/layout/LinedList"/>
    <dgm:cxn modelId="{79A4BE78-0DAA-4F1E-A533-40E35BA8BE83}" type="presParOf" srcId="{957F720A-8CFC-41FE-A6EF-036FE5D4F4B5}" destId="{71E455A0-7D1F-4626-9335-83BC4723616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F7C6AB-DFFA-44E7-B727-02FE459FAEC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4ADB8B7-1F49-4F3C-A218-DAAEB86CEC22}">
      <dgm:prSet/>
      <dgm:spPr/>
      <dgm:t>
        <a:bodyPr/>
        <a:lstStyle/>
        <a:p>
          <a:r>
            <a:rPr lang="en-GB"/>
            <a:t>Definition - </a:t>
          </a:r>
          <a:r>
            <a:rPr lang="en-US"/>
            <a:t>A DRY is not make sure that the program's pieces of code repeats itself over and over too many times to avoid redundancy. From Google.</a:t>
          </a:r>
        </a:p>
      </dgm:t>
    </dgm:pt>
    <dgm:pt modelId="{01F91AC2-A90C-4CF6-93CF-E50E5D92DC81}" type="parTrans" cxnId="{6ED19319-06C1-432F-A375-BB6D676A8DDE}">
      <dgm:prSet/>
      <dgm:spPr/>
      <dgm:t>
        <a:bodyPr/>
        <a:lstStyle/>
        <a:p>
          <a:endParaRPr lang="en-US"/>
        </a:p>
      </dgm:t>
    </dgm:pt>
    <dgm:pt modelId="{317A6BD1-C5EC-4FD7-BC29-EF705BBCD505}" type="sibTrans" cxnId="{6ED19319-06C1-432F-A375-BB6D676A8DDE}">
      <dgm:prSet/>
      <dgm:spPr/>
      <dgm:t>
        <a:bodyPr/>
        <a:lstStyle/>
        <a:p>
          <a:endParaRPr lang="en-US"/>
        </a:p>
      </dgm:t>
    </dgm:pt>
    <dgm:pt modelId="{69896771-C30B-47E3-BA2E-FA95CB36BA62}">
      <dgm:prSet/>
      <dgm:spPr/>
      <dgm:t>
        <a:bodyPr/>
        <a:lstStyle/>
        <a:p>
          <a:r>
            <a:rPr lang="en-US"/>
            <a:t>Example: A While() Will make sure that the program will not have to repeat itself by setting the loop to however many times the programmer wants it to be, this saves the programmer from having to repeat that specific code again and again.</a:t>
          </a:r>
        </a:p>
      </dgm:t>
    </dgm:pt>
    <dgm:pt modelId="{EAFDF34D-BED3-4079-A3E7-7C725377AA17}" type="parTrans" cxnId="{0C1FE4C4-89DD-44FB-A0B8-9C1178EB7B11}">
      <dgm:prSet/>
      <dgm:spPr/>
      <dgm:t>
        <a:bodyPr/>
        <a:lstStyle/>
        <a:p>
          <a:endParaRPr lang="en-US"/>
        </a:p>
      </dgm:t>
    </dgm:pt>
    <dgm:pt modelId="{2A4D86E7-CC69-4B2C-A8BB-0E180EDC93B5}" type="sibTrans" cxnId="{0C1FE4C4-89DD-44FB-A0B8-9C1178EB7B11}">
      <dgm:prSet/>
      <dgm:spPr/>
      <dgm:t>
        <a:bodyPr/>
        <a:lstStyle/>
        <a:p>
          <a:endParaRPr lang="en-US"/>
        </a:p>
      </dgm:t>
    </dgm:pt>
    <dgm:pt modelId="{E9CF3D20-A3DF-4E32-90FE-43C372DC5944}" type="pres">
      <dgm:prSet presAssocID="{16F7C6AB-DFFA-44E7-B727-02FE459FAECD}" presName="vert0" presStyleCnt="0">
        <dgm:presLayoutVars>
          <dgm:dir/>
          <dgm:animOne val="branch"/>
          <dgm:animLvl val="lvl"/>
        </dgm:presLayoutVars>
      </dgm:prSet>
      <dgm:spPr/>
    </dgm:pt>
    <dgm:pt modelId="{476B1FE7-C5E1-4648-A68D-5770EC76A743}" type="pres">
      <dgm:prSet presAssocID="{04ADB8B7-1F49-4F3C-A218-DAAEB86CEC22}" presName="thickLine" presStyleLbl="alignNode1" presStyleIdx="0" presStyleCnt="2"/>
      <dgm:spPr/>
    </dgm:pt>
    <dgm:pt modelId="{5E91B97E-979C-48CD-9F86-5FF0C6B2D47B}" type="pres">
      <dgm:prSet presAssocID="{04ADB8B7-1F49-4F3C-A218-DAAEB86CEC22}" presName="horz1" presStyleCnt="0"/>
      <dgm:spPr/>
    </dgm:pt>
    <dgm:pt modelId="{182F4E64-9E94-46C5-BFBF-6BF0333B6CA4}" type="pres">
      <dgm:prSet presAssocID="{04ADB8B7-1F49-4F3C-A218-DAAEB86CEC22}" presName="tx1" presStyleLbl="revTx" presStyleIdx="0" presStyleCnt="2"/>
      <dgm:spPr/>
    </dgm:pt>
    <dgm:pt modelId="{7241DAEE-1B0C-469B-8176-B0A01F95EEAE}" type="pres">
      <dgm:prSet presAssocID="{04ADB8B7-1F49-4F3C-A218-DAAEB86CEC22}" presName="vert1" presStyleCnt="0"/>
      <dgm:spPr/>
    </dgm:pt>
    <dgm:pt modelId="{A78D7FB3-EBDA-4477-949B-57E5FD9838C0}" type="pres">
      <dgm:prSet presAssocID="{69896771-C30B-47E3-BA2E-FA95CB36BA62}" presName="thickLine" presStyleLbl="alignNode1" presStyleIdx="1" presStyleCnt="2"/>
      <dgm:spPr/>
    </dgm:pt>
    <dgm:pt modelId="{AB5E0A32-3BBF-4867-8247-8F11EF164B38}" type="pres">
      <dgm:prSet presAssocID="{69896771-C30B-47E3-BA2E-FA95CB36BA62}" presName="horz1" presStyleCnt="0"/>
      <dgm:spPr/>
    </dgm:pt>
    <dgm:pt modelId="{E3DC11EA-8AA3-4B01-AE6F-60BA56F165D7}" type="pres">
      <dgm:prSet presAssocID="{69896771-C30B-47E3-BA2E-FA95CB36BA62}" presName="tx1" presStyleLbl="revTx" presStyleIdx="1" presStyleCnt="2"/>
      <dgm:spPr/>
    </dgm:pt>
    <dgm:pt modelId="{857021CA-001C-4B0C-B2EF-281E74897BC0}" type="pres">
      <dgm:prSet presAssocID="{69896771-C30B-47E3-BA2E-FA95CB36BA62}" presName="vert1" presStyleCnt="0"/>
      <dgm:spPr/>
    </dgm:pt>
  </dgm:ptLst>
  <dgm:cxnLst>
    <dgm:cxn modelId="{6ED19319-06C1-432F-A375-BB6D676A8DDE}" srcId="{16F7C6AB-DFFA-44E7-B727-02FE459FAECD}" destId="{04ADB8B7-1F49-4F3C-A218-DAAEB86CEC22}" srcOrd="0" destOrd="0" parTransId="{01F91AC2-A90C-4CF6-93CF-E50E5D92DC81}" sibTransId="{317A6BD1-C5EC-4FD7-BC29-EF705BBCD505}"/>
    <dgm:cxn modelId="{BF186E2F-C291-4667-BC8C-810A78003D39}" type="presOf" srcId="{69896771-C30B-47E3-BA2E-FA95CB36BA62}" destId="{E3DC11EA-8AA3-4B01-AE6F-60BA56F165D7}" srcOrd="0" destOrd="0" presId="urn:microsoft.com/office/officeart/2008/layout/LinedList"/>
    <dgm:cxn modelId="{0C1FE4C4-89DD-44FB-A0B8-9C1178EB7B11}" srcId="{16F7C6AB-DFFA-44E7-B727-02FE459FAECD}" destId="{69896771-C30B-47E3-BA2E-FA95CB36BA62}" srcOrd="1" destOrd="0" parTransId="{EAFDF34D-BED3-4079-A3E7-7C725377AA17}" sibTransId="{2A4D86E7-CC69-4B2C-A8BB-0E180EDC93B5}"/>
    <dgm:cxn modelId="{3B2EA9E2-B217-44CB-897B-D0DB48F154C5}" type="presOf" srcId="{16F7C6AB-DFFA-44E7-B727-02FE459FAECD}" destId="{E9CF3D20-A3DF-4E32-90FE-43C372DC5944}" srcOrd="0" destOrd="0" presId="urn:microsoft.com/office/officeart/2008/layout/LinedList"/>
    <dgm:cxn modelId="{D1053FFD-8E4F-4D91-A900-A24098EAFB4C}" type="presOf" srcId="{04ADB8B7-1F49-4F3C-A218-DAAEB86CEC22}" destId="{182F4E64-9E94-46C5-BFBF-6BF0333B6CA4}" srcOrd="0" destOrd="0" presId="urn:microsoft.com/office/officeart/2008/layout/LinedList"/>
    <dgm:cxn modelId="{55DCC3E8-89CC-4B82-9BEE-B0C1533418DA}" type="presParOf" srcId="{E9CF3D20-A3DF-4E32-90FE-43C372DC5944}" destId="{476B1FE7-C5E1-4648-A68D-5770EC76A743}" srcOrd="0" destOrd="0" presId="urn:microsoft.com/office/officeart/2008/layout/LinedList"/>
    <dgm:cxn modelId="{BDA14DB9-B8B7-4149-81E9-C0CD606AEC1F}" type="presParOf" srcId="{E9CF3D20-A3DF-4E32-90FE-43C372DC5944}" destId="{5E91B97E-979C-48CD-9F86-5FF0C6B2D47B}" srcOrd="1" destOrd="0" presId="urn:microsoft.com/office/officeart/2008/layout/LinedList"/>
    <dgm:cxn modelId="{DAE8AB3E-A2FE-45E5-8ADA-9BFBCF1DCFD8}" type="presParOf" srcId="{5E91B97E-979C-48CD-9F86-5FF0C6B2D47B}" destId="{182F4E64-9E94-46C5-BFBF-6BF0333B6CA4}" srcOrd="0" destOrd="0" presId="urn:microsoft.com/office/officeart/2008/layout/LinedList"/>
    <dgm:cxn modelId="{49C7B01B-2E4B-4309-ACDB-B56BCE869D81}" type="presParOf" srcId="{5E91B97E-979C-48CD-9F86-5FF0C6B2D47B}" destId="{7241DAEE-1B0C-469B-8176-B0A01F95EEAE}" srcOrd="1" destOrd="0" presId="urn:microsoft.com/office/officeart/2008/layout/LinedList"/>
    <dgm:cxn modelId="{C2E79ED6-2FD4-4D49-B1E2-BFD925F876E9}" type="presParOf" srcId="{E9CF3D20-A3DF-4E32-90FE-43C372DC5944}" destId="{A78D7FB3-EBDA-4477-949B-57E5FD9838C0}" srcOrd="2" destOrd="0" presId="urn:microsoft.com/office/officeart/2008/layout/LinedList"/>
    <dgm:cxn modelId="{A51ABFC7-03B6-428E-9889-E80206F5506E}" type="presParOf" srcId="{E9CF3D20-A3DF-4E32-90FE-43C372DC5944}" destId="{AB5E0A32-3BBF-4867-8247-8F11EF164B38}" srcOrd="3" destOrd="0" presId="urn:microsoft.com/office/officeart/2008/layout/LinedList"/>
    <dgm:cxn modelId="{01769D46-6AC4-4D14-9950-6F42FA4E1516}" type="presParOf" srcId="{AB5E0A32-3BBF-4867-8247-8F11EF164B38}" destId="{E3DC11EA-8AA3-4B01-AE6F-60BA56F165D7}" srcOrd="0" destOrd="0" presId="urn:microsoft.com/office/officeart/2008/layout/LinedList"/>
    <dgm:cxn modelId="{008BDAB9-24DB-405A-9783-B45C7022CCEE}" type="presParOf" srcId="{AB5E0A32-3BBF-4867-8247-8F11EF164B38}" destId="{857021CA-001C-4B0C-B2EF-281E74897BC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3651DA-6D37-4962-A7F5-4E7214C1865A}">
      <dsp:nvSpPr>
        <dsp:cNvPr id="0" name=""/>
        <dsp:cNvSpPr/>
      </dsp:nvSpPr>
      <dsp:spPr>
        <a:xfrm>
          <a:off x="0" y="706"/>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3A43B5-12EE-431E-9795-F73BB763320C}">
      <dsp:nvSpPr>
        <dsp:cNvPr id="0" name=""/>
        <dsp:cNvSpPr/>
      </dsp:nvSpPr>
      <dsp:spPr>
        <a:xfrm>
          <a:off x="500008" y="372613"/>
          <a:ext cx="909106" cy="9091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C19A45-D99A-4EA4-A932-C60B01FA60F9}">
      <dsp:nvSpPr>
        <dsp:cNvPr id="0" name=""/>
        <dsp:cNvSpPr/>
      </dsp:nvSpPr>
      <dsp:spPr>
        <a:xfrm>
          <a:off x="1909124" y="706"/>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kern="1200"/>
            <a:t>Computational thinking </a:t>
          </a:r>
        </a:p>
      </dsp:txBody>
      <dsp:txXfrm>
        <a:off x="1909124" y="706"/>
        <a:ext cx="5040315" cy="1652921"/>
      </dsp:txXfrm>
    </dsp:sp>
    <dsp:sp modelId="{8D4E76C0-4907-4836-8A85-2BAAAE6DE77C}">
      <dsp:nvSpPr>
        <dsp:cNvPr id="0" name=""/>
        <dsp:cNvSpPr/>
      </dsp:nvSpPr>
      <dsp:spPr>
        <a:xfrm>
          <a:off x="0" y="2066858"/>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1816F2-070C-461A-8908-0E7B696A97DB}">
      <dsp:nvSpPr>
        <dsp:cNvPr id="0" name=""/>
        <dsp:cNvSpPr/>
      </dsp:nvSpPr>
      <dsp:spPr>
        <a:xfrm>
          <a:off x="500008" y="2438765"/>
          <a:ext cx="909106" cy="9091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695CF8-2201-42F9-B670-99EB8BAB7205}">
      <dsp:nvSpPr>
        <dsp:cNvPr id="0" name=""/>
        <dsp:cNvSpPr/>
      </dsp:nvSpPr>
      <dsp:spPr>
        <a:xfrm>
          <a:off x="1909124" y="2066858"/>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kern="1200"/>
            <a:t>Principles of computer programming</a:t>
          </a:r>
        </a:p>
      </dsp:txBody>
      <dsp:txXfrm>
        <a:off x="1909124" y="2066858"/>
        <a:ext cx="5040315" cy="1652921"/>
      </dsp:txXfrm>
    </dsp:sp>
    <dsp:sp modelId="{F38934FB-3C0E-4E65-A1AF-E0C946B2F021}">
      <dsp:nvSpPr>
        <dsp:cNvPr id="0" name=""/>
        <dsp:cNvSpPr/>
      </dsp:nvSpPr>
      <dsp:spPr>
        <a:xfrm>
          <a:off x="0" y="4133010"/>
          <a:ext cx="6949440" cy="165292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1C4571-CCAD-4658-A36A-D31E2EA77240}">
      <dsp:nvSpPr>
        <dsp:cNvPr id="0" name=""/>
        <dsp:cNvSpPr/>
      </dsp:nvSpPr>
      <dsp:spPr>
        <a:xfrm>
          <a:off x="500008" y="4504917"/>
          <a:ext cx="909106" cy="9091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58DFB8-300D-4E5E-9866-8B1B65F2A318}">
      <dsp:nvSpPr>
        <dsp:cNvPr id="0" name=""/>
        <dsp:cNvSpPr/>
      </dsp:nvSpPr>
      <dsp:spPr>
        <a:xfrm>
          <a:off x="1909124" y="4133010"/>
          <a:ext cx="5040315" cy="1652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34" tIns="174934" rIns="174934" bIns="174934" numCol="1" spcCol="1270" anchor="ctr" anchorCtr="0">
          <a:noAutofit/>
        </a:bodyPr>
        <a:lstStyle/>
        <a:p>
          <a:pPr marL="0" lvl="0" indent="0" algn="l" defTabSz="1111250">
            <a:lnSpc>
              <a:spcPct val="90000"/>
            </a:lnSpc>
            <a:spcBef>
              <a:spcPct val="0"/>
            </a:spcBef>
            <a:spcAft>
              <a:spcPct val="35000"/>
            </a:spcAft>
            <a:buNone/>
          </a:pPr>
          <a:r>
            <a:rPr lang="en-US" sz="2500" kern="1200"/>
            <a:t>Principles of software design</a:t>
          </a:r>
        </a:p>
      </dsp:txBody>
      <dsp:txXfrm>
        <a:off x="1909124" y="4133010"/>
        <a:ext cx="5040315" cy="16529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05138-B6C2-473E-94EA-25D15A24A37B}">
      <dsp:nvSpPr>
        <dsp:cNvPr id="0" name=""/>
        <dsp:cNvSpPr/>
      </dsp:nvSpPr>
      <dsp:spPr>
        <a:xfrm>
          <a:off x="0" y="0"/>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3DDF0-8D81-4894-8E88-D2BEA8002955}">
      <dsp:nvSpPr>
        <dsp:cNvPr id="0" name=""/>
        <dsp:cNvSpPr/>
      </dsp:nvSpPr>
      <dsp:spPr>
        <a:xfrm>
          <a:off x="0" y="0"/>
          <a:ext cx="6949440" cy="289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Definition - A SRP is a programming principle that says a module should only have the responsibility of handling one actor only, meaning should only having and executing one action at a time. From google.</a:t>
          </a:r>
        </a:p>
      </dsp:txBody>
      <dsp:txXfrm>
        <a:off x="0" y="0"/>
        <a:ext cx="6949440" cy="2893318"/>
      </dsp:txXfrm>
    </dsp:sp>
    <dsp:sp modelId="{CDA12CAD-F91F-4560-988B-0E5C84A62383}">
      <dsp:nvSpPr>
        <dsp:cNvPr id="0" name=""/>
        <dsp:cNvSpPr/>
      </dsp:nvSpPr>
      <dsp:spPr>
        <a:xfrm>
          <a:off x="0" y="2893318"/>
          <a:ext cx="694944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F234E3-1682-4895-8E7E-00B0004875A2}">
      <dsp:nvSpPr>
        <dsp:cNvPr id="0" name=""/>
        <dsp:cNvSpPr/>
      </dsp:nvSpPr>
      <dsp:spPr>
        <a:xfrm>
          <a:off x="0" y="2893318"/>
          <a:ext cx="6949440" cy="289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Example:  The welcome() function lets us only to start the program, it cannot execute another function except for starting the program.</a:t>
          </a:r>
        </a:p>
      </dsp:txBody>
      <dsp:txXfrm>
        <a:off x="0" y="2893318"/>
        <a:ext cx="6949440" cy="2893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B1FE7-C5E1-4648-A68D-5770EC76A743}">
      <dsp:nvSpPr>
        <dsp:cNvPr id="0" name=""/>
        <dsp:cNvSpPr/>
      </dsp:nvSpPr>
      <dsp:spPr>
        <a:xfrm>
          <a:off x="0" y="0"/>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2F4E64-9E94-46C5-BFBF-6BF0333B6CA4}">
      <dsp:nvSpPr>
        <dsp:cNvPr id="0" name=""/>
        <dsp:cNvSpPr/>
      </dsp:nvSpPr>
      <dsp:spPr>
        <a:xfrm>
          <a:off x="0" y="0"/>
          <a:ext cx="6949440" cy="289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a:t>Definition - </a:t>
          </a:r>
          <a:r>
            <a:rPr lang="en-US" sz="2900" kern="1200"/>
            <a:t>A DRY is not make sure that the program's pieces of code repeats itself over and over too many times to avoid redundancy. From Google.</a:t>
          </a:r>
        </a:p>
      </dsp:txBody>
      <dsp:txXfrm>
        <a:off x="0" y="0"/>
        <a:ext cx="6949440" cy="2893318"/>
      </dsp:txXfrm>
    </dsp:sp>
    <dsp:sp modelId="{A78D7FB3-EBDA-4477-949B-57E5FD9838C0}">
      <dsp:nvSpPr>
        <dsp:cNvPr id="0" name=""/>
        <dsp:cNvSpPr/>
      </dsp:nvSpPr>
      <dsp:spPr>
        <a:xfrm>
          <a:off x="0" y="2893318"/>
          <a:ext cx="694944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DC11EA-8AA3-4B01-AE6F-60BA56F165D7}">
      <dsp:nvSpPr>
        <dsp:cNvPr id="0" name=""/>
        <dsp:cNvSpPr/>
      </dsp:nvSpPr>
      <dsp:spPr>
        <a:xfrm>
          <a:off x="0" y="2893318"/>
          <a:ext cx="6949440" cy="2893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Example: A While() Will make sure that the program will not have to repeat itself by setting the loop to however many times the programmer wants it to be, this saves the programmer from having to repeat that specific code again and again.</a:t>
          </a:r>
        </a:p>
      </dsp:txBody>
      <dsp:txXfrm>
        <a:off x="0" y="2893318"/>
        <a:ext cx="6949440" cy="28933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88"/>
    </inkml:context>
    <inkml:brush xml:id="br0">
      <inkml:brushProperty name="width" value="0.1" units="cm"/>
      <inkml:brushProperty name="height" value="0.1" units="cm"/>
      <inkml:brushProperty name="color" value="#FFC114"/>
    </inkml:brush>
  </inkml:definitions>
  <inkml:trace contextRef="#ctx0" brushRef="#br0">27578 19174 16383 0 0,'-5'0'0'0'0,"-6"1"0"0"0,-6 1 0 0 0,-5-1 0 0 0,-4 0 0 0 0,-3 0 0 0 0,-1-1 0 0 0,-1 0 0 0 0,0 0 0 0 0,0 0 0 0 0,1 0 0 0 0,-1 0 0 0 0,6 5 0 0 0,2 2 0 0 0,-1-1 0 0 0,0 0 0 0 0,-2-3 0 0 0,-2-1 0 0 0,0 0 0 0 0,-2-2 0 0 0,1 0 0 0 0,-1 0 0 0 0,0 0 0 0 0,0-1 0 0 0,-1 1 0 0 0,1 0 0 0 0,1 0 0 0 0,-1 0 0 0 0,0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0,0 0 0 0 0,0 0 0 0 0,1 0 0 0 0,-1 0 0 0 0,5-5 0 0 0,2-2 0 0 0,0 1 0 0 0,-2 0 0 0 0,-1 3 0 0 0,-2 0 0 0 0,0 2 0 0 0,-2 1 0 0 0,1 0 0 0 0,-1 0 0 0 0,-1 0 0 0 0,1 1 0 0 0,0-1 0 0 0,0 0 0 0 0,0 0 0 0 0,1 0 0 0 0,-1 0 0 0 0,0 0 0 0 0,0 0 0 0 0,0 0 0 0 0,1 0 0 0 0,-1 0 0 0 0,0 0 0 0 0,0 0 0 0 0,0 5 0 0 0,1 2 0 0 0,-1-1 0 0 0,0-1 0 0 0,0-1 0 0 0,0-2 0 0 0,0 0 0 0 0,1-2 0 0 0,-1 0 0 0 0,0 0 0 0 0,0 0 0 0 0,0 4 0 0 0,1 3 0 0 0,-1-1 0 0 0,0-1 0 0 0,5 4 0 0 0,2 0 0 0 0,0-1 0 0 0,-2-3 0 0 0,-1-1 0 0 0,-2-2 0 0 0,0-1 0 0 0,-1-1 0 0 0,-1 0 0 0 0,0 0 0 0 0,0-1 0 0 0,0 1 0 0 0,-1 0 0 0 0,2 0 0 0 0,4 5 0 0 0,2 1 0 0 0,-1 1 0 0 0,0-2 0 0 0,-3-1 0 0 0,0-2 0 0 0,-2-1 0 0 0,0 0 0 0 0,-1-1 0 0 0,0-1 0 0 0,0 1 0 0 0,0 0 0 0 0,5 5 0 0 0,2 1 0 0 0,-1 1 0 0 0,0-2 0 0 0,-3-2 0 0 0,0 0 0 0 0,-2-2 0 0 0,0-1 0 0 0,-1 0 0 0 0,0 0 0 0 0,0 0 0 0 0,5 5 0 0 0,2 1 0 0 0,-1 1 0 0 0,0-2 0 0 0,-3-2 0 0 0,0-1 0 0 0,-2 0 0 0 0,0-2 0 0 0,-1 0 0 0 0,0 0 0 0 0,0 0 0 0 0,0-1 0 0 0,0 1 0 0 0,0 0 0 0 0,0 0 0 0 0,0 0 0 0 0,0 0 0 0 0,0 0 0 0 0,1 0 0 0 0,-1 0 0 0 0,0 0 0 0 0,0 0 0 0 0,0 0 0 0 0,1 0 0 0 0,-1 0 0 0 0,0 0 0 0 0,0 0 0 0 0,0 0 0 0 0,1 0 0 0 0,-1 0 0 0 0,0 0 0 0 0,0 0 0 0 0,0 0 0 0 0,1 0 0 0 0,-1 0 0 0 0,0 0 0 0 0,0 0 0 0 0,0 0 0 0 0,0 0 0 0 0,1 0 0 0 0,-1 0 0 0 0,0 0 0 0 0,0 0 0 0 0,0 0 0 0 0,6-5 0 0 0,1-2 0 0 0,-1 1 0 0 0,0 1 0 0 0,3-4 0 0 0,0 0 0 0 0,4 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89"/>
    </inkml:context>
    <inkml:brush xml:id="br0">
      <inkml:brushProperty name="width" value="0.1" units="cm"/>
      <inkml:brushProperty name="height" value="0.1" units="cm"/>
      <inkml:brushProperty name="color" value="#FFC114"/>
    </inkml:brush>
  </inkml:definitions>
  <inkml:trace contextRef="#ctx0" brushRef="#br0">28572 15238 16383 0 0,'-4'1'0'0'0,"-6"0"0"0"0,-8 0 0 0 0,-4 0 0 0 0,-4 0 0 0 0,-3-1 0 0 0,3-4 0 0 0,2-3 0 0 0,-1 1 0 0 0,0 0 0 0 0,-2 3 0 0 0,-1 0 0 0 0,-1 2 0 0 0,-1 0 0 0 0,0 1 0 0 0,0 1 0 0 0,0-1 0 0 0,0 0 0 0 0,0 0 0 0 0,0 1 0 0 0,0-1 0 0 0,6-5 0 0 0,1-2 0 0 0,-1 1 0 0 0,0 0 0 0 0,-3 3 0 0 0,0 0 0 0 0,-2 2 0 0 0,0 1 0 0 0,-1 0 0 0 0,5-5 0 0 0,2-2 0 0 0,-1 1 0 0 0,-1 1 0 0 0,-1 2 0 0 0,-2 1 0 0 0,0 0 0 0 0,-2 2 0 0 0,1 0 0 0 0,-1 0 0 0 0,0 0 0 0 0,-1 1 0 0 0,1-1 0 0 0,0 0 0 0 0,1 0 0 0 0,-1 0 0 0 0,0 0 0 0 0,0 0 0 0 0,0 0 0 0 0,6-5 0 0 0,0-2 0 0 0,1 1 0 0 0,-2 1 0 0 0,-1 1 0 0 0,-1 2 0 0 0,-2 1 0 0 0,0 0 0 0 0,-1 1 0 0 0,0 0 0 0 0,0 1 0 0 0,0-1 0 0 0,0 0 0 0 0,0 0 0 0 0,0-5 0 0 0,0-1 0 0 0,0-1 0 0 0,0 2 0 0 0,1 1 0 0 0,-1 2 0 0 0,0 1 0 0 0,0 0 0 0 0,0 1 0 0 0,1 0 0 0 0,-1 1 0 0 0,0-1 0 0 0,0 0 0 0 0,0 0 0 0 0,1 0 0 0 0,-1 1 0 0 0,0-1 0 0 0,0 0 0 0 0,0 0 0 0 0,0 0 0 0 0,1 0 0 0 0,4 5 0 0 0,2 1 0 0 0,-1 1 0 0 0,0-2 0 0 0,-2-1 0 0 0,-2-2 0 0 0,5 4 0 0 0,0 1 0 0 0,0 0 0 0 0,-2-2 0 0 0,-2-2 0 0 0,5 4 0 0 0,0 1 0 0 0,-1-1 0 0 0,-2-2 0 0 0,-2-2 0 0 0,0-1 0 0 0,-2-1 0 0 0,-1-1 0 0 0,0 0 0 0 0,0 0 0 0 0,0 0 0 0 0,0-1 0 0 0,5 6 0 0 0,2 2 0 0 0,-1-1 0 0 0,0-1 0 0 0,-3-1 0 0 0,0-2 0 0 0,3 5 0 0 0,2 0 0 0 0,-2-1 0 0 0,0-1 0 0 0,-3-1 0 0 0,-1-2 0 0 0,0-1 0 0 0,-2-1 0 0 0,0 0 0 0 0,0 0 0 0 0,0-1 0 0 0,0 1 0 0 0,0 0 0 0 0,5 5 0 0 0,2 1 0 0 0,-1 1 0 0 0,0-2 0 0 0,-2-1 0 0 0,-2-2 0 0 0,0-1 0 0 0,-2 0 0 0 0,0-1 0 0 0,0-1 0 0 0,0 1 0 0 0,0 0 0 0 0,0 0 0 0 0,0-1 0 0 0,0 1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0,5-5 0 0 0,2-1 0 0 0,0-1 0 0 0,3-3 0 0 0,1-1 0 0 0,-2 3 0 0 0,-3 1 0 0 0,-1 3 0 0 0,-3 2 0 0 0,-1 1 0 0 0,0 1 0 0 0,-1 0 0 0 0,-1 0 0 0 0,1 1 0 0 0,0-1 0 0 0,0 0 0 0 0,0 1 0 0 0,0-1 0 0 0,0 0 0 0 0,0 0 0 0 0,1 0 0 0 0,-1 0 0 0 0,0 0 0 0 0,0 0 0 0 0,0 0 0 0 0,1 0 0 0 0,-1 0 0 0 0,0 0 0 0 0,0 0 0 0 0,0 0 0 0 0,0 0 0 0 0,1 0 0 0 0,-1 0 0 0 0,0 0 0 0 0,5-5 0 0 0,2-2 0 0 0,0 1 0 0 0,-2 0 0 0 0,-1 3 0 0 0,-1 0 0 0 0,-2 2 0 0 0,0 1 0 0 0,4-5 0 0 0,2-2 0 0 0,-1 1 0 0 0,-1 1 0 0 0,-6 2 0 0 0,-4 0 0 0 0,0 2 0 0 0,0 1 0 0 0,2 0 0 0 0,1 0 0 0 0,0 0 0 0 0,2-4 0 0 0,0-3 0 0 0,0 1 0 0 0,0 1 0 0 0,1 1 0 0 0,-1 2 0 0 0,1 1 0 0 0,-1 0 0 0 0,5-4 0 0 0,2-2 0 0 0,0 1 0 0 0,-2 1 0 0 0,-1 2 0 0 0,-2 1 0 0 0,5-4 0 0 0,0-2 0 0 0,0 2 0 0 0,-2 1 0 0 0,-1 2 0 0 0,-2 1 0 0 0,-1 1 0 0 0,0 0 0 0 0,-1 1 0 0 0,5-4 0 0 0,1-3 0 0 0,1 1 0 0 0,-2 1 0 0 0,-2 1 0 0 0,0 2 0 0 0,-2 1 0 0 0,0 1 0 0 0,-1 0 0 0 0,0 0 0 0 0,5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0"/>
    </inkml:context>
    <inkml:brush xml:id="br0">
      <inkml:brushProperty name="width" value="0.1" units="cm"/>
      <inkml:brushProperty name="height" value="0.1" units="cm"/>
      <inkml:brushProperty name="color" value="#FFC114"/>
    </inkml:brush>
  </inkml:definitions>
  <inkml:trace contextRef="#ctx0" brushRef="#br0">33612 13677 16383 0 0,'-4'1'0'0'0,"-7"0"0"0"0,-6 0 0 0 0,-5 0 0 0 0,-5 0 0 0 0,-2 0 0 0 0,-1-1 0 0 0,-1 0 0 0 0,0 0 0 0 0,0 0 0 0 0,0 0 0 0 0,1 0 0 0 0,0 0 0 0 0,0 0 0 0 0,0 0 0 0 0,0 0 0 0 0,0 0 0 0 0,0 0 0 0 0,1 0 0 0 0,-1 0 0 0 0,0 0 0 0 0,0 0 0 0 0,0 0 0 0 0,1 0 0 0 0,-1 0 0 0 0,0 0 0 0 0,5 5 0 0 0,2 1 0 0 0,0 1 0 0 0,-2-2 0 0 0,-1-1 0 0 0,-1-2 0 0 0,-2-1 0 0 0,0 0 0 0 0,-1-1 0 0 0,0 0 0 0 0,0-1 0 0 0,0 1 0 0 0,0 0 0 0 0,0 0 0 0 0,0-1 0 0 0,0 1 0 0 0,0 0 0 0 0,0 0 0 0 0,0 0 0 0 0,1 0 0 0 0,4 5 0 0 0,2 2 0 0 0,-1 0 0 0 0,0-2 0 0 0,-2-1 0 0 0,-2-2 0 0 0,0-1 0 0 0,-2 0 0 0 0,5 4 0 0 0,2 1 0 0 0,0 0 0 0 0,-2-1 0 0 0,-2-1 0 0 0,0-2 0 0 0,-2-1 0 0 0,-1-1 0 0 0,1 0 0 0 0,4 5 0 0 0,1 2 0 0 0,1-1 0 0 0,-2-1 0 0 0,-1-2 0 0 0,-2-1 0 0 0,-1 0 0 0 0,0-2 0 0 0,-1 0 0 0 0,0 0 0 0 0,0 0 0 0 0,0-1 0 0 0,0 1 0 0 0,0 0 0 0 0,0 0 0 0 0,0 0 0 0 0,0 0 0 0 0,1 0 0 0 0,-1 0 0 0 0,0 0 0 0 0,0 0 0 0 0,5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1"/>
    </inkml:context>
    <inkml:brush xml:id="br0">
      <inkml:brushProperty name="width" value="0.1" units="cm"/>
      <inkml:brushProperty name="height" value="0.1" units="cm"/>
      <inkml:brushProperty name="color" value="#FFC114"/>
    </inkml:brush>
  </inkml:definitions>
  <inkml:trace contextRef="#ctx0" brushRef="#br0">26660 13736 16383 0 0,'-4'1'0'0'0,"-7"0"0"0"0,-6 0 0 0 0,-5 0 0 0 0,-4 0 0 0 0,-3-1 0 0 0,-2 1 0 0 0,0-1 0 0 0,0 0 0 0 0,0 0 0 0 0,0 0 0 0 0,1 0 0 0 0,0-1 0 0 0,0 1 0 0 0,0 0 0 0 0,0 0 0 0 0,1 0 0 0 0,4 5 0 0 0,2 2 0 0 0,-1 0 0 0 0,0-2 0 0 0,-2-1 0 0 0,-2-2 0 0 0,5 4 0 0 0,0 1 0 0 0,0 0 0 0 0,-2-2 0 0 0,-1-2 0 0 0,-2-1 0 0 0,-1-1 0 0 0,-1-1 0 0 0,0 0 0 0 0,0 0 0 0 0,0 0 0 0 0,0-1 0 0 0,0 1 0 0 0,0 0 0 0 0,0 0 0 0 0,0 0 0 0 0,1 0 0 0 0,-1 0 0 0 0,0 0 0 0 0,0 0 0 0 0,0 0 0 0 0,1 0 0 0 0,-1 0 0 0 0,0 0 0 0 0,0 0 0 0 0,0 0 0 0 0,6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2"/>
    </inkml:context>
    <inkml:brush xml:id="br0">
      <inkml:brushProperty name="width" value="0.1" units="cm"/>
      <inkml:brushProperty name="height" value="0.1" units="cm"/>
      <inkml:brushProperty name="color" value="#FFC114"/>
    </inkml:brush>
  </inkml:definitions>
  <inkml:trace contextRef="#ctx0" brushRef="#br0">22054 11502 16383 0 0,'-4'1'0'0'0,"-7"1"0"0"0,-6-1 0 0 0,-5 0 0 0 0,-4-1 0 0 0,-3 1 0 0 0,-2-1 0 0 0,0 0 0 0 0,0 0 0 0 0,0 0 0 0 0,0 0 0 0 0,1 0 0 0 0,0 0 0 0 0,0 0 0 0 0,0 0 0 0 0,0 0 0 0 0,6-5 0 0 0,1-2 0 0 0,-1 1 0 0 0,0 0 0 0 0,-2 3 0 0 0,-2 1 0 0 0,5-5 0 0 0,0 0 0 0 0,0 1 0 0 0,-2 1 0 0 0,-2 1 0 0 0,0 2 0 0 0,-2 1 0 0 0,-1 1 0 0 0,0 0 0 0 0,0 0 0 0 0,0 1 0 0 0,0-1 0 0 0,0 0 0 0 0,0 0 0 0 0,0 0 0 0 0,0 0 0 0 0,0 0 0 0 0,1 0 0 0 0,-1 0 0 0 0,0 0 0 0 0,5 5 0 0 0,2 2 0 0 0,0 0 0 0 0,-2-2 0 0 0,-1-2 0 0 0,-1 0 0 0 0,-2-2 0 0 0,0-1 0 0 0,-1 0 0 0 0,0 0 0 0 0,0 0 0 0 0,0 0 0 0 0,0-1 0 0 0,0 1 0 0 0,0 0 0 0 0,0 0 0 0 0,0 0 0 0 0,0 0 0 0 0,0 0 0 0 0,1 0 0 0 0,4 5 0 0 0,2 2 0 0 0,-1-1 0 0 0,0 0 0 0 0,3 2 0 0 0,0 1 0 0 0,-1-1 0 0 0,-2-2 0 0 0,-2-3 0 0 0,-2-1 0 0 0,-1-1 0 0 0,-1 0 0 0 0,0-2 0 0 0,5 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3"/>
    </inkml:context>
    <inkml:brush xml:id="br0">
      <inkml:brushProperty name="width" value="0.1" units="cm"/>
      <inkml:brushProperty name="height" value="0.1" units="cm"/>
      <inkml:brushProperty name="color" value="#FFC114"/>
    </inkml:brush>
  </inkml:definitions>
  <inkml:trace contextRef="#ctx0" brushRef="#br0">28788 12004 16383 0 0,'-4'1'0'0'0,"-7"0"0"0"0,-6 0 0 0 0,-5 0 0 0 0,0-5 0 0 0,0-3 0 0 0,-2 1 0 0 0,-2 1 0 0 0,-1 2 0 0 0,-2 0 0 0 0,0 2 0 0 0,-1 0 0 0 0,0 1 0 0 0,0 0 0 0 0,0 1 0 0 0,-1-1 0 0 0,7-5 0 0 0,0-1 0 0 0,1-1 0 0 0,-2 2 0 0 0,-1 1 0 0 0,-1 2 0 0 0,-2 1 0 0 0,0 0 0 0 0,-1 1 0 0 0,0 1 0 0 0,0-1 0 0 0,0 0 0 0 0,0 0 0 0 0,0 1 0 0 0,0-1 0 0 0,0 0 0 0 0,0 0 0 0 0,0 0 0 0 0,1 0 0 0 0,-1 0 0 0 0,5 5 0 0 0,2 2 0 0 0,0-1 0 0 0,-2-1 0 0 0,-1 4 0 0 0,-2 0 0 0 0,0-1 0 0 0,-2-3 0 0 0,1-1 0 0 0,-1-2 0 0 0,4 4 0 0 0,3 1 0 0 0,0-1 0 0 0,-2-1 0 0 0,-2-2 0 0 0,5 4 0 0 0,0 1 0 0 0,-1-1 0 0 0,-1-2 0 0 0,-3-2 0 0 0,-1-1 0 0 0,5 4 0 0 0,0 1 0 0 0,-1 0 0 0 0,-1-3 0 0 0,4 5 0 0 0,0 0 0 0 0,-1-2 0 0 0,-3-1 0 0 0,-1-3 0 0 0,-2-1 0 0 0,-1-1 0 0 0,5 4 0 0 0,1 2 0 0 0,-1-1 0 0 0,-1-1 0 0 0,-2-2 0 0 0,0-1 0 0 0,-2-1 0 0 0,-1 0 0 0 0,1-1 0 0 0,-1-1 0 0 0,-1 1 0 0 0,1 0 0 0 0,0 0 0 0 0,0 0 0 0 0,0-1 0 0 0,1 1 0 0 0,-1 0 0 0 0,0 0 0 0 0,0 0 0 0 0,0 0 0 0 0,1 0 0 0 0,-1 0 0 0 0,0 0 0 0 0,0 0 0 0 0,0 0 0 0 0,1 0 0 0 0,-1 0 0 0 0,0 0 0 0 0,0 0 0 0 0,0 0 0 0 0,0 0 0 0 0,1 0 0 0 0,-1 0 0 0 0,0 0 0 0 0,0 0 0 0 0,0 0 0 0 0,-4 0 0 0 0,-3 0 0 0 0,1 0 0 0 0,6-5 0 0 0,3-1 0 0 0,1-1 0 0 0,1 2 0 0 0,-2 1 0 0 0,-1 2 0 0 0,0 1 0 0 0,-1 0 0 0 0,-1 1 0 0 0,1 1 0 0 0,-1-1 0 0 0,0 0 0 0 0,0 0 0 0 0,0 0 0 0 0,0 1 0 0 0,0-1 0 0 0,5-5 0 0 0,2-2 0 0 0,0 0 0 0 0,-2 2 0 0 0,-1 2 0 0 0,-2 0 0 0 0,0 2 0 0 0,4-5 0 0 0,1 0 0 0 0,-1-1 0 0 0,-1 3 0 0 0,-1 0 0 0 0,-2 2 0 0 0,-1 1 0 0 0,0 1 0 0 0,-1 0 0 0 0,0 0 0 0 0,0 0 0 0 0,5-5 0 0 0,1-1 0 0 0,1 0 0 0 0,-2 1 0 0 0,-1 1 0 0 0,-2 2 0 0 0,0 0 0 0 0,-1 2 0 0 0,-1 0 0 0 0,0 0 0 0 0,0 0 0 0 0,0 1 0 0 0,0-1 0 0 0,0 0 0 0 0,0 0 0 0 0,0 0 0 0 0,0 0 0 0 0,0 0 0 0 0,0 0 0 0 0,0 0 0 0 0,1 0 0 0 0,-1 0 0 0 0,0 0 0 0 0,0 0 0 0 0,0 0 0 0 0,1 0 0 0 0,-1 0 0 0 0,0 0 0 0 0,0 0 0 0 0,0 0 0 0 0,1 0 0 0 0,-1 0 0 0 0,0 0 0 0 0,0 0 0 0 0,0 0 0 0 0,6-5 0 0 0,1-2 0 0 0,-1 1 0 0 0,0 1 0 0 0,-3 1 0 0 0,0 2 0 0 0,-2 1 0 0 0,0 0 0 0 0,-1 1 0 0 0,0 0 0 0 0,0 1 0 0 0,0-1 0 0 0,0 0 0 0 0,0 0 0 0 0,0 0 0 0 0,0 0 0 0 0,0 0 0 0 0,0 0 0 0 0,6-5 0 0 0,1-1 0 0 0,-1-1 0 0 0,0 2 0 0 0,-2 1 0 0 0,-2 2 0 0 0,-1 1 0 0 0,0 0 0 0 0,-1 1 0 0 0,0 0 0 0 0,0 1 0 0 0,0-1 0 0 0,0 0 0 0 0,0 0 0 0 0,0 1 0 0 0,0-1 0 0 0,0 0 0 0 0,6-5 0 0 0,1-2 0 0 0,-1 0 0 0 0,0 2 0 0 0,-2 1 0 0 0,-2 2 0 0 0,-1 1 0 0 0,0 0 0 0 0,-1 1 0 0 0,0 1 0 0 0,0-1 0 0 0,0 0 0 0 0,0 0 0 0 0,0 1 0 0 0,0-1 0 0 0,0 0 0 0 0,0 0 0 0 0,1 0 0 0 0,-1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0,1 0 0 0 0,4-5 0 0 0,2-2 0 0 0,-1 0 0 0 0,5-3 0 0 0,-1 0 0 0 0,-1 1 0 0 0,-2 3 0 0 0,-3 2 0 0 0,-1 1 0 0 0,-2 2 0 0 0,-1 1 0 0 0,0 0 0 0 0,0 1 0 0 0,0-1 0 0 0,-1 1 0 0 0,6-6 0 0 0,2-2 0 0 0,0 1 0 0 0,3-4 0 0 0,1-1 0 0 0,-2 3 0 0 0,-3 1 0 0 0,-1 3 0 0 0,-3 2 0 0 0,4 1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4"/>
    </inkml:context>
    <inkml:brush xml:id="br0">
      <inkml:brushProperty name="width" value="0.1" units="cm"/>
      <inkml:brushProperty name="height" value="0.1" units="cm"/>
      <inkml:brushProperty name="color" value="#FFC114"/>
    </inkml:brush>
  </inkml:definitions>
  <inkml:trace contextRef="#ctx0" brushRef="#br0">20379 12796 16383 0 0,'1'-4'0'0'0,"6"-2"0"0"0,6 1 0 0 0,6 1 0 0 0,5 1 0 0 0,4 1 0 0 0,1 1 0 0 0,2 1 0 0 0,0 0 0 0 0,0 0 0 0 0,0 0 0 0 0,-6 5 0 0 0,-1 7 0 0 0,0 2 0 0 0,0-3 0 0 0,2-2 0 0 0,-3 2 0 0 0,-1 0 0 0 0,-5 2 0 0 0,1-1 0 0 0,2-2 0 0 0,-2 2 0 0 0,0-1 0 0 0,3-2 0 0 0,2-3 0 0 0,3-3 0 0 0,2-1 0 0 0,-4 4 0 0 0,-1 1 0 0 0,1-1 0 0 0,1-2 0 0 0,2 0 0 0 0,1-2 0 0 0,1-2 0 0 0,0 1 0 0 0,1-1 0 0 0,0 5 0 0 0,0 1 0 0 0,0 0 0 0 0,0-1 0 0 0,0-1 0 0 0,0-2 0 0 0,0-1 0 0 0,0 0 0 0 0,0-1 0 0 0,0-1 0 0 0,-1 1 0 0 0,1 0 0 0 0,0 0 0 0 0,0-1 0 0 0,0 1 0 0 0,-1 0 0 0 0,1 0 0 0 0,0 0 0 0 0,0 0 0 0 0,0 0 0 0 0,-1 0 0 0 0,1 0 0 0 0,0 0 0 0 0,0 0 0 0 0,0 0 0 0 0,0 0 0 0 0,-1 0 0 0 0,1 0 0 0 0,0 0 0 0 0,0-5 0 0 0,0-1 0 0 0,-1-1 0 0 0,1 2 0 0 0,0 1 0 0 0,0 2 0 0 0,0 1 0 0 0,-1 0 0 0 0,1 1 0 0 0,0 0 0 0 0,0 1 0 0 0,0-1 0 0 0,0 0 0 0 0,-1 0 0 0 0,1-5 0 0 0,0-1 0 0 0,0-1 0 0 0,0 2 0 0 0,-6-4 0 0 0,-1 0 0 0 0,1 2 0 0 0,0 1 0 0 0,3 2 0 0 0,0 2 0 0 0,2 1 0 0 0,0 1 0 0 0,1 0 0 0 0,0 1 0 0 0,0-1 0 0 0,0 0 0 0 0,0 1 0 0 0,-5-6 0 0 0,-2-2 0 0 0,1 1 0 0 0,0 1 0 0 0,2 1 0 0 0,2 2 0 0 0,0 0 0 0 0,2 2 0 0 0,0 0 0 0 0,0 0 0 0 0,0 0 0 0 0,0-5 0 0 0,0-1 0 0 0,0 0 0 0 0,0 1 0 0 0,0 1 0 0 0,-1 2 0 0 0,1 1 0 0 0,0 0 0 0 0,0 1 0 0 0,0 0 0 0 0,-1 0 0 0 0,1 1 0 0 0,0-1 0 0 0,0 0 0 0 0,0 0 0 0 0,-1-5 0 0 0,1-1 0 0 0,0-1 0 0 0,0 2 0 0 0,0-4 0 0 0,0 0 0 0 0,-1 1 0 0 0,1 3 0 0 0,0 1 0 0 0,0 2 0 0 0,0 1 0 0 0,-1 1 0 0 0,1 0 0 0 0,0 0 0 0 0,0 1 0 0 0,0-1 0 0 0,-1 0 0 0 0,-4-5 0 0 0,-2-1 0 0 0,1-1 0 0 0,0 2 0 0 0,2 2 0 0 0,2 0 0 0 0,1 2 0 0 0,0 1 0 0 0,1 0 0 0 0,0 0 0 0 0,0 0 0 0 0,0 0 0 0 0,0 1 0 0 0,0-1 0 0 0,0 0 0 0 0,0 0 0 0 0,0 0 0 0 0,-1 0 0 0 0,1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0,0 0 0 0 0,0 0 0 0 0,0 0 0 0 0,-1 0 0 0 0,1 0 0 0 0,0 0 0 0 0,0 0 0 0 0,0 0 0 0 0,-1 0 0 0 0,1 0 0 0 0,0 0 0 0 0,0 0 0 0 0,0 0 0 0 0,-1 0 0 0 0,1 0 0 0 0,0 0 0 0 0,-5 5 0 0 0,-2 2 0 0 0,0-1 0 0 0,2-1 0 0 0,1-1 0 0 0,2-2 0 0 0,0-1 0 0 0,1 0 0 0 0,-4 4 0 0 0,-2 2 0 0 0,1-1 0 0 0,1-1 0 0 0,1-2 0 0 0,2 4 0 0 0,1 1 0 0 0,0-1 0 0 0,1-2 0 0 0,0-1 0 0 0,0-2 0 0 0,5-1 0 0 0,2-1 0 0 0,-1 0 0 0 0,0-1 0 0 0,-3 1 0 0 0,-1 0 0 0 0,-1-1 0 0 0,0 1 0 0 0,-2 0 0 0 0,1 0 0 0 0,-1 0 0 0 0,1 0 0 0 0,-6 5 0 0 0,-1 2 0 0 0,1-1 0 0 0,0 0 0 0 0,2-3 0 0 0,2 0 0 0 0,0-2 0 0 0,2-1 0 0 0,0 0 0 0 0,0 0 0 0 0,0 0 0 0 0,0 0 0 0 0,0-1 0 0 0,0 1 0 0 0,0 0 0 0 0,0 0 0 0 0,-1 0 0 0 0,1 0 0 0 0,-5 5 0 0 0,-2 2 0 0 0,0-1 0 0 0,2-1 0 0 0,1-1 0 0 0,2-2 0 0 0,0 0 0 0 0,2-2 0 0 0,-1 0 0 0 0,1 0 0 0 0,1 0 0 0 0,-1-1 0 0 0,-5 6 0 0 0,-2 2 0 0 0,0-1 0 0 0,2-1 0 0 0,1-1 0 0 0,2-2 0 0 0,0-1 0 0 0,2 0 0 0 0,-1-1 0 0 0,1 0 0 0 0,1-1 0 0 0,-1 1 0 0 0,0 0 0 0 0,-5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5-16T11:32:53.295"/>
    </inkml:context>
    <inkml:brush xml:id="br0">
      <inkml:brushProperty name="width" value="0.1" units="cm"/>
      <inkml:brushProperty name="height" value="0.1" units="cm"/>
      <inkml:brushProperty name="color" value="#FFC114"/>
    </inkml:brush>
  </inkml:definitions>
  <inkml:trace contextRef="#ctx0" brushRef="#br0">8885 7121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5.xml"/><Relationship Id="rId18" Type="http://schemas.openxmlformats.org/officeDocument/2006/relationships/image" Target="../media/image120.png"/><Relationship Id="rId3" Type="http://schemas.openxmlformats.org/officeDocument/2006/relationships/image" Target="../media/image12.png"/><Relationship Id="rId7" Type="http://schemas.openxmlformats.org/officeDocument/2006/relationships/customXml" Target="../ink/ink2.xml"/><Relationship Id="rId12" Type="http://schemas.openxmlformats.org/officeDocument/2006/relationships/image" Target="../media/image90.png"/><Relationship Id="rId17" Type="http://schemas.openxmlformats.org/officeDocument/2006/relationships/customXml" Target="../ink/ink7.xml"/><Relationship Id="rId2" Type="http://schemas.openxmlformats.org/officeDocument/2006/relationships/image" Target="../media/image11.png"/><Relationship Id="rId16"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4.xml"/><Relationship Id="rId15" Type="http://schemas.openxmlformats.org/officeDocument/2006/relationships/customXml" Target="../ink/ink6.xml"/><Relationship Id="rId10" Type="http://schemas.openxmlformats.org/officeDocument/2006/relationships/image" Target="../media/image80.png"/><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image" Target="../media/image1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ustomXml" Target="../ink/ink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70165" y="1088571"/>
            <a:ext cx="7538405" cy="2774393"/>
          </a:xfrm>
        </p:spPr>
        <p:txBody>
          <a:bodyPr>
            <a:normAutofit/>
          </a:bodyPr>
          <a:lstStyle/>
          <a:p>
            <a:pPr algn="l"/>
            <a:r>
              <a:rPr lang="en-US" sz="5400"/>
              <a:t>Unit 4 – Assignment 2</a:t>
            </a:r>
          </a:p>
        </p:txBody>
      </p:sp>
      <p:sp>
        <p:nvSpPr>
          <p:cNvPr id="3" name="Subtitle 2"/>
          <p:cNvSpPr>
            <a:spLocks noGrp="1"/>
          </p:cNvSpPr>
          <p:nvPr>
            <p:ph type="subTitle" idx="1"/>
          </p:nvPr>
        </p:nvSpPr>
        <p:spPr>
          <a:xfrm>
            <a:off x="1197060" y="4027211"/>
            <a:ext cx="7538405" cy="1014107"/>
          </a:xfrm>
        </p:spPr>
        <p:txBody>
          <a:bodyPr vert="horz" lIns="91440" tIns="45720" rIns="91440" bIns="45720" rtlCol="0">
            <a:normAutofit/>
          </a:bodyPr>
          <a:lstStyle/>
          <a:p>
            <a:pPr algn="l"/>
            <a:r>
              <a:rPr lang="en-US" sz="2200"/>
              <a:t>Anas Farhan</a:t>
            </a:r>
          </a:p>
          <a:p>
            <a:pPr algn="l"/>
            <a:r>
              <a:rPr lang="en-US" sz="2200"/>
              <a:t>40208262</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AF79E5-2824-3F35-224E-DD50AA2616BE}"/>
              </a:ext>
            </a:extLst>
          </p:cNvPr>
          <p:cNvSpPr>
            <a:spLocks noGrp="1"/>
          </p:cNvSpPr>
          <p:nvPr>
            <p:ph type="title"/>
          </p:nvPr>
        </p:nvSpPr>
        <p:spPr>
          <a:xfrm>
            <a:off x="612649" y="548638"/>
            <a:ext cx="3493008" cy="5788152"/>
          </a:xfrm>
        </p:spPr>
        <p:txBody>
          <a:bodyPr anchor="ctr">
            <a:normAutofit/>
          </a:bodyPr>
          <a:lstStyle/>
          <a:p>
            <a:r>
              <a:rPr lang="en-US" sz="4000"/>
              <a:t>Contents-</a:t>
            </a:r>
          </a:p>
        </p:txBody>
      </p:sp>
      <p:graphicFrame>
        <p:nvGraphicFramePr>
          <p:cNvPr id="5" name="Content Placeholder 2">
            <a:extLst>
              <a:ext uri="{FF2B5EF4-FFF2-40B4-BE49-F238E27FC236}">
                <a16:creationId xmlns:a16="http://schemas.microsoft.com/office/drawing/2014/main" id="{0FD0356C-E307-DC76-565E-81CF4DA83C7F}"/>
              </a:ext>
            </a:extLst>
          </p:cNvPr>
          <p:cNvGraphicFramePr>
            <a:graphicFrameLocks noGrp="1"/>
          </p:cNvGraphicFramePr>
          <p:nvPr>
            <p:ph idx="1"/>
            <p:extLst>
              <p:ext uri="{D42A27DB-BD31-4B8C-83A1-F6EECF244321}">
                <p14:modId xmlns:p14="http://schemas.microsoft.com/office/powerpoint/2010/main" val="306389136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1913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B982B3-2848-0B71-6420-DBA9BF30C13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835FC-269C-1AB1-C8F1-1A4D0A195110}"/>
              </a:ext>
            </a:extLst>
          </p:cNvPr>
          <p:cNvSpPr>
            <a:spLocks noGrp="1"/>
          </p:cNvSpPr>
          <p:nvPr>
            <p:ph type="ctrTitle"/>
          </p:nvPr>
        </p:nvSpPr>
        <p:spPr>
          <a:xfrm>
            <a:off x="838199" y="1093788"/>
            <a:ext cx="10506455" cy="2967208"/>
          </a:xfrm>
        </p:spPr>
        <p:txBody>
          <a:bodyPr>
            <a:normAutofit/>
          </a:bodyPr>
          <a:lstStyle/>
          <a:p>
            <a:pPr algn="l"/>
            <a:r>
              <a:rPr lang="en-US" sz="8000">
                <a:ea typeface="+mj-lt"/>
                <a:cs typeface="+mj-lt"/>
              </a:rPr>
              <a:t>Principles of software design</a:t>
            </a: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1459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539134-1122-7D90-70DD-9706FECC93E1}"/>
              </a:ext>
            </a:extLst>
          </p:cNvPr>
          <p:cNvSpPr>
            <a:spLocks noGrp="1"/>
          </p:cNvSpPr>
          <p:nvPr>
            <p:ph type="title"/>
          </p:nvPr>
        </p:nvSpPr>
        <p:spPr>
          <a:xfrm>
            <a:off x="612648" y="600074"/>
            <a:ext cx="6035040" cy="1529932"/>
          </a:xfrm>
        </p:spPr>
        <p:txBody>
          <a:bodyPr anchor="b">
            <a:normAutofit/>
          </a:bodyPr>
          <a:lstStyle/>
          <a:p>
            <a:r>
              <a:rPr lang="en-US" dirty="0"/>
              <a:t>Principles of software design</a:t>
            </a:r>
          </a:p>
        </p:txBody>
      </p:sp>
      <p:sp>
        <p:nvSpPr>
          <p:cNvPr id="3" name="Content Placeholder 2">
            <a:extLst>
              <a:ext uri="{FF2B5EF4-FFF2-40B4-BE49-F238E27FC236}">
                <a16:creationId xmlns:a16="http://schemas.microsoft.com/office/drawing/2014/main" id="{EF8A4AA3-0CC8-9187-3B0B-EC33F5F4604F}"/>
              </a:ext>
            </a:extLst>
          </p:cNvPr>
          <p:cNvSpPr>
            <a:spLocks noGrp="1"/>
          </p:cNvSpPr>
          <p:nvPr>
            <p:ph idx="1"/>
          </p:nvPr>
        </p:nvSpPr>
        <p:spPr>
          <a:xfrm>
            <a:off x="612647" y="2212848"/>
            <a:ext cx="6035041" cy="4096512"/>
          </a:xfrm>
        </p:spPr>
        <p:txBody>
          <a:bodyPr vert="horz" lIns="91440" tIns="45720" rIns="91440" bIns="45720" rtlCol="0" anchor="t">
            <a:normAutofit/>
          </a:bodyPr>
          <a:lstStyle/>
          <a:p>
            <a:pPr marL="0" indent="0">
              <a:buNone/>
            </a:pPr>
            <a:r>
              <a:rPr lang="en-US" sz="1800" dirty="0"/>
              <a:t>Definition of principles of software design:</a:t>
            </a:r>
          </a:p>
          <a:p>
            <a:pPr marL="0" indent="0">
              <a:buNone/>
            </a:pPr>
            <a:endParaRPr lang="en-US" sz="1800"/>
          </a:p>
          <a:p>
            <a:pPr marL="0" indent="0">
              <a:buNone/>
            </a:pPr>
            <a:r>
              <a:rPr lang="en-US" sz="1800" dirty="0"/>
              <a:t>Set of guidelines and rules to help the developer to make a good design of the system.</a:t>
            </a:r>
          </a:p>
          <a:p>
            <a:pPr marL="0" indent="0">
              <a:buNone/>
            </a:pPr>
            <a:endParaRPr lang="en-US" sz="1800"/>
          </a:p>
          <a:p>
            <a:pPr marL="0" indent="0">
              <a:buNone/>
            </a:pPr>
            <a:r>
              <a:rPr lang="en-US" sz="1800" dirty="0"/>
              <a:t>Types of software design:</a:t>
            </a:r>
          </a:p>
          <a:p>
            <a:pPr marL="457200" indent="-457200"/>
            <a:r>
              <a:rPr lang="en-US" sz="1800" dirty="0"/>
              <a:t>SRP – single responsibility principle</a:t>
            </a:r>
          </a:p>
          <a:p>
            <a:pPr marL="457200" indent="-457200"/>
            <a:r>
              <a:rPr lang="en-US" sz="1800" dirty="0"/>
              <a:t>DRY – Don't repeat yourself</a:t>
            </a:r>
          </a:p>
          <a:p>
            <a:pPr marL="457200" indent="-457200"/>
            <a:r>
              <a:rPr lang="en-US" sz="1800" dirty="0"/>
              <a:t>KISS – keep it simple stupid</a:t>
            </a:r>
          </a:p>
          <a:p>
            <a:pPr marL="457200" indent="-457200"/>
            <a:r>
              <a:rPr lang="en-US" sz="1800" dirty="0"/>
              <a:t>YAGNI – you </a:t>
            </a:r>
            <a:r>
              <a:rPr lang="en-US" sz="1800" dirty="0" err="1"/>
              <a:t>ain't</a:t>
            </a:r>
            <a:r>
              <a:rPr lang="en-US" sz="1800" dirty="0"/>
              <a:t> </a:t>
            </a:r>
            <a:r>
              <a:rPr lang="en-US" sz="1800" dirty="0" err="1"/>
              <a:t>gonna</a:t>
            </a:r>
            <a:r>
              <a:rPr lang="en-US" sz="1800" dirty="0"/>
              <a:t> need it</a:t>
            </a:r>
          </a:p>
          <a:p>
            <a:pPr marL="0" indent="0">
              <a:buNone/>
            </a:pPr>
            <a:endParaRPr lang="en-US" sz="1800"/>
          </a:p>
          <a:p>
            <a:pPr marL="0" indent="0">
              <a:buNone/>
            </a:pPr>
            <a:endParaRPr lang="en-US" sz="1800"/>
          </a:p>
          <a:p>
            <a:pPr marL="0" indent="0">
              <a:buNone/>
            </a:pPr>
            <a:endParaRPr lang="en-US" sz="1800"/>
          </a:p>
        </p:txBody>
      </p:sp>
      <p:pic>
        <p:nvPicPr>
          <p:cNvPr id="5" name="Picture 4" descr="Computer script on a screen">
            <a:extLst>
              <a:ext uri="{FF2B5EF4-FFF2-40B4-BE49-F238E27FC236}">
                <a16:creationId xmlns:a16="http://schemas.microsoft.com/office/drawing/2014/main" id="{182B121E-9AC6-C028-1747-79FBA7BB91AC}"/>
              </a:ext>
            </a:extLst>
          </p:cNvPr>
          <p:cNvPicPr>
            <a:picLocks noChangeAspect="1"/>
          </p:cNvPicPr>
          <p:nvPr/>
        </p:nvPicPr>
        <p:blipFill>
          <a:blip r:embed="rId2"/>
          <a:srcRect l="7959" r="44940" b="-3"/>
          <a:stretch>
            <a:fillRect/>
          </a:stretch>
        </p:blipFill>
        <p:spPr>
          <a:xfrm>
            <a:off x="7345680" y="10"/>
            <a:ext cx="4846320" cy="6857990"/>
          </a:xfrm>
          <a:prstGeom prst="rect">
            <a:avLst/>
          </a:prstGeom>
        </p:spPr>
      </p:pic>
    </p:spTree>
    <p:extLst>
      <p:ext uri="{BB962C8B-B14F-4D97-AF65-F5344CB8AC3E}">
        <p14:creationId xmlns:p14="http://schemas.microsoft.com/office/powerpoint/2010/main" val="3509878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B1A385-F257-6156-AFC7-B89DAF3A858D}"/>
              </a:ext>
            </a:extLst>
          </p:cNvPr>
          <p:cNvSpPr>
            <a:spLocks noGrp="1"/>
          </p:cNvSpPr>
          <p:nvPr>
            <p:ph type="title"/>
          </p:nvPr>
        </p:nvSpPr>
        <p:spPr>
          <a:xfrm>
            <a:off x="612649" y="548638"/>
            <a:ext cx="3493008" cy="5788152"/>
          </a:xfrm>
        </p:spPr>
        <p:txBody>
          <a:bodyPr anchor="ctr">
            <a:normAutofit/>
          </a:bodyPr>
          <a:lstStyle/>
          <a:p>
            <a:r>
              <a:rPr lang="en-US" sz="4000"/>
              <a:t>SRP(</a:t>
            </a:r>
            <a:r>
              <a:rPr lang="en-US" sz="4000">
                <a:ea typeface="+mj-lt"/>
                <a:cs typeface="+mj-lt"/>
              </a:rPr>
              <a:t>single responsibility principle</a:t>
            </a:r>
            <a:r>
              <a:rPr lang="en-US" sz="4000"/>
              <a:t>)</a:t>
            </a:r>
          </a:p>
        </p:txBody>
      </p:sp>
      <p:graphicFrame>
        <p:nvGraphicFramePr>
          <p:cNvPr id="5" name="Content Placeholder 2">
            <a:extLst>
              <a:ext uri="{FF2B5EF4-FFF2-40B4-BE49-F238E27FC236}">
                <a16:creationId xmlns:a16="http://schemas.microsoft.com/office/drawing/2014/main" id="{0DA97272-F606-29FA-71E4-9DED9FAA16C6}"/>
              </a:ext>
            </a:extLst>
          </p:cNvPr>
          <p:cNvGraphicFramePr>
            <a:graphicFrameLocks noGrp="1"/>
          </p:cNvGraphicFramePr>
          <p:nvPr>
            <p:ph idx="1"/>
            <p:extLst>
              <p:ext uri="{D42A27DB-BD31-4B8C-83A1-F6EECF244321}">
                <p14:modId xmlns:p14="http://schemas.microsoft.com/office/powerpoint/2010/main" val="2774639087"/>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4106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86A45A-12D6-1BF2-EEE2-839F1375E8CD}"/>
              </a:ext>
            </a:extLst>
          </p:cNvPr>
          <p:cNvSpPr>
            <a:spLocks noGrp="1"/>
          </p:cNvSpPr>
          <p:nvPr>
            <p:ph type="title"/>
          </p:nvPr>
        </p:nvSpPr>
        <p:spPr>
          <a:xfrm>
            <a:off x="612649" y="548638"/>
            <a:ext cx="3493008" cy="5788152"/>
          </a:xfrm>
        </p:spPr>
        <p:txBody>
          <a:bodyPr anchor="ctr">
            <a:normAutofit/>
          </a:bodyPr>
          <a:lstStyle/>
          <a:p>
            <a:r>
              <a:rPr lang="en-GB" sz="4000" dirty="0"/>
              <a:t>DRY(don't repeat yourself)</a:t>
            </a:r>
          </a:p>
        </p:txBody>
      </p:sp>
      <p:graphicFrame>
        <p:nvGraphicFramePr>
          <p:cNvPr id="7" name="Content Placeholder 2">
            <a:extLst>
              <a:ext uri="{FF2B5EF4-FFF2-40B4-BE49-F238E27FC236}">
                <a16:creationId xmlns:a16="http://schemas.microsoft.com/office/drawing/2014/main" id="{A4C1B177-8F57-D025-D7DC-E36448E336C4}"/>
              </a:ext>
            </a:extLst>
          </p:cNvPr>
          <p:cNvGraphicFramePr>
            <a:graphicFrameLocks noGrp="1"/>
          </p:cNvGraphicFramePr>
          <p:nvPr>
            <p:ph idx="1"/>
            <p:extLst>
              <p:ext uri="{D42A27DB-BD31-4B8C-83A1-F6EECF244321}">
                <p14:modId xmlns:p14="http://schemas.microsoft.com/office/powerpoint/2010/main" val="169268900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3863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E53CEAB-AC09-338D-F1FE-CB475DD16AFE}"/>
              </a:ext>
            </a:extLst>
          </p:cNvPr>
          <p:cNvSpPr>
            <a:spLocks noGrp="1"/>
          </p:cNvSpPr>
          <p:nvPr>
            <p:ph type="title"/>
          </p:nvPr>
        </p:nvSpPr>
        <p:spPr>
          <a:xfrm>
            <a:off x="1014983" y="2366327"/>
            <a:ext cx="4320418" cy="2459634"/>
          </a:xfrm>
        </p:spPr>
        <p:txBody>
          <a:bodyPr anchor="t">
            <a:normAutofit/>
          </a:bodyPr>
          <a:lstStyle/>
          <a:p>
            <a:r>
              <a:rPr lang="en-GB" dirty="0"/>
              <a:t>KISS(keep it simple, stupid)</a:t>
            </a:r>
          </a:p>
        </p:txBody>
      </p:sp>
      <p:sp>
        <p:nvSpPr>
          <p:cNvPr id="3" name="Content Placeholder 2">
            <a:extLst>
              <a:ext uri="{FF2B5EF4-FFF2-40B4-BE49-F238E27FC236}">
                <a16:creationId xmlns:a16="http://schemas.microsoft.com/office/drawing/2014/main" id="{EAC1F377-9DB0-C687-682A-63D06674BAFB}"/>
              </a:ext>
            </a:extLst>
          </p:cNvPr>
          <p:cNvSpPr>
            <a:spLocks noGrp="1"/>
          </p:cNvSpPr>
          <p:nvPr>
            <p:ph idx="1"/>
          </p:nvPr>
        </p:nvSpPr>
        <p:spPr>
          <a:xfrm>
            <a:off x="6273304" y="2366327"/>
            <a:ext cx="4320418" cy="2474444"/>
          </a:xfrm>
        </p:spPr>
        <p:txBody>
          <a:bodyPr vert="horz" lIns="91440" tIns="45720" rIns="91440" bIns="45720" rtlCol="0">
            <a:normAutofit/>
          </a:bodyPr>
          <a:lstStyle/>
          <a:p>
            <a:pPr marL="0" indent="0">
              <a:buNone/>
            </a:pPr>
            <a:r>
              <a:rPr lang="en-US" sz="2400">
                <a:ea typeface="+mn-lt"/>
                <a:cs typeface="+mn-lt"/>
              </a:rPr>
              <a:t>Should make the design of the program as simple as possible, and not over complicate the program to the point that it does not make sense and errors start to occur. From Google.</a:t>
            </a:r>
          </a:p>
        </p:txBody>
      </p:sp>
    </p:spTree>
    <p:extLst>
      <p:ext uri="{BB962C8B-B14F-4D97-AF65-F5344CB8AC3E}">
        <p14:creationId xmlns:p14="http://schemas.microsoft.com/office/powerpoint/2010/main" val="3561443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C220BCA-3450-EF22-24C7-0DE64C94D54B}"/>
              </a:ext>
            </a:extLst>
          </p:cNvPr>
          <p:cNvSpPr>
            <a:spLocks noGrp="1"/>
          </p:cNvSpPr>
          <p:nvPr>
            <p:ph type="title"/>
          </p:nvPr>
        </p:nvSpPr>
        <p:spPr>
          <a:xfrm>
            <a:off x="1017431" y="2264921"/>
            <a:ext cx="3817036" cy="3534717"/>
          </a:xfrm>
        </p:spPr>
        <p:txBody>
          <a:bodyPr anchor="t">
            <a:normAutofit/>
          </a:bodyPr>
          <a:lstStyle/>
          <a:p>
            <a:r>
              <a:rPr lang="en-GB" dirty="0"/>
              <a:t>YAGNI(you </a:t>
            </a:r>
            <a:r>
              <a:rPr lang="en-GB" dirty="0" err="1"/>
              <a:t>ain't</a:t>
            </a:r>
            <a:r>
              <a:rPr lang="en-GB" dirty="0"/>
              <a:t> </a:t>
            </a:r>
            <a:r>
              <a:rPr lang="en-GB" dirty="0" err="1"/>
              <a:t>gonna</a:t>
            </a:r>
            <a:r>
              <a:rPr lang="en-GB" dirty="0"/>
              <a:t> need it  )</a:t>
            </a:r>
          </a:p>
        </p:txBody>
      </p:sp>
      <p:sp>
        <p:nvSpPr>
          <p:cNvPr id="3" name="Content Placeholder 2">
            <a:extLst>
              <a:ext uri="{FF2B5EF4-FFF2-40B4-BE49-F238E27FC236}">
                <a16:creationId xmlns:a16="http://schemas.microsoft.com/office/drawing/2014/main" id="{AEE3C829-C62C-0675-071B-AF652B21FB88}"/>
              </a:ext>
            </a:extLst>
          </p:cNvPr>
          <p:cNvSpPr>
            <a:spLocks noGrp="1"/>
          </p:cNvSpPr>
          <p:nvPr>
            <p:ph idx="1"/>
          </p:nvPr>
        </p:nvSpPr>
        <p:spPr>
          <a:xfrm>
            <a:off x="5520268" y="2242189"/>
            <a:ext cx="4954900" cy="3556000"/>
          </a:xfrm>
        </p:spPr>
        <p:txBody>
          <a:bodyPr vert="horz" lIns="91440" tIns="45720" rIns="91440" bIns="45720" rtlCol="0">
            <a:normAutofit/>
          </a:bodyPr>
          <a:lstStyle/>
          <a:p>
            <a:pPr marL="0" indent="0">
              <a:buNone/>
            </a:pPr>
            <a:r>
              <a:rPr lang="en-US">
                <a:ea typeface="+mn-lt"/>
                <a:cs typeface="+mn-lt"/>
              </a:rPr>
              <a:t>Identifying the important features while ignoring the rest, the key features that make the program better and do more than other relevant but less features.</a:t>
            </a:r>
            <a:endParaRPr lang="en-GB">
              <a:ea typeface="+mn-lt"/>
              <a:cs typeface="+mn-lt"/>
            </a:endParaRPr>
          </a:p>
        </p:txBody>
      </p:sp>
    </p:spTree>
    <p:extLst>
      <p:ext uri="{BB962C8B-B14F-4D97-AF65-F5344CB8AC3E}">
        <p14:creationId xmlns:p14="http://schemas.microsoft.com/office/powerpoint/2010/main" val="323916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2F3728-19ED-5C0A-6B4B-6DE67963E39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77981F-ED5A-5F7A-40AD-9E9AE7F4F8EC}"/>
              </a:ext>
            </a:extLst>
          </p:cNvPr>
          <p:cNvSpPr>
            <a:spLocks noGrp="1"/>
          </p:cNvSpPr>
          <p:nvPr>
            <p:ph type="ctrTitle"/>
          </p:nvPr>
        </p:nvSpPr>
        <p:spPr>
          <a:xfrm>
            <a:off x="838199" y="1093788"/>
            <a:ext cx="10506455" cy="2967208"/>
          </a:xfrm>
        </p:spPr>
        <p:txBody>
          <a:bodyPr>
            <a:normAutofit/>
          </a:bodyPr>
          <a:lstStyle/>
          <a:p>
            <a:pPr algn="l"/>
            <a:r>
              <a:rPr lang="en-US" sz="8000">
                <a:ea typeface="+mj-lt"/>
                <a:cs typeface="+mj-lt"/>
              </a:rPr>
              <a:t>Computational thinking </a:t>
            </a: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5980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248048A-441F-380C-7F7F-AAAA2FA6AEC1}"/>
              </a:ext>
            </a:extLst>
          </p:cNvPr>
          <p:cNvSpPr>
            <a:spLocks noGrp="1"/>
          </p:cNvSpPr>
          <p:nvPr>
            <p:ph type="title"/>
          </p:nvPr>
        </p:nvSpPr>
        <p:spPr>
          <a:xfrm>
            <a:off x="614679" y="548639"/>
            <a:ext cx="3977640" cy="5719640"/>
          </a:xfrm>
        </p:spPr>
        <p:txBody>
          <a:bodyPr anchor="t">
            <a:normAutofit/>
          </a:bodyPr>
          <a:lstStyle/>
          <a:p>
            <a:r>
              <a:rPr lang="en-GB" dirty="0"/>
              <a:t>Computational Thinking</a:t>
            </a:r>
          </a:p>
        </p:txBody>
      </p:sp>
      <p:sp>
        <p:nvSpPr>
          <p:cNvPr id="3" name="Content Placeholder 2">
            <a:extLst>
              <a:ext uri="{FF2B5EF4-FFF2-40B4-BE49-F238E27FC236}">
                <a16:creationId xmlns:a16="http://schemas.microsoft.com/office/drawing/2014/main" id="{44F5916C-B8BF-F1BF-142B-29D83F9E847A}"/>
              </a:ext>
            </a:extLst>
          </p:cNvPr>
          <p:cNvSpPr>
            <a:spLocks noGrp="1"/>
          </p:cNvSpPr>
          <p:nvPr>
            <p:ph idx="1"/>
          </p:nvPr>
        </p:nvSpPr>
        <p:spPr>
          <a:xfrm>
            <a:off x="5387542" y="548639"/>
            <a:ext cx="6189780" cy="5861304"/>
          </a:xfrm>
        </p:spPr>
        <p:txBody>
          <a:bodyPr vert="horz" lIns="91440" tIns="45720" rIns="91440" bIns="45720" rtlCol="0" anchor="t">
            <a:normAutofit/>
          </a:bodyPr>
          <a:lstStyle/>
          <a:p>
            <a:pPr marL="0" indent="0">
              <a:buNone/>
            </a:pPr>
            <a:r>
              <a:rPr lang="en-GB"/>
              <a:t>Definition of Computational Thinking:</a:t>
            </a:r>
          </a:p>
          <a:p>
            <a:pPr marL="0" indent="0">
              <a:buNone/>
            </a:pPr>
            <a:endParaRPr lang="en-GB"/>
          </a:p>
          <a:p>
            <a:pPr marL="0" indent="0">
              <a:buNone/>
            </a:pPr>
            <a:r>
              <a:rPr lang="en-GB"/>
              <a:t>This is a Problem-solving step which is to analyse and then solve the problem.</a:t>
            </a:r>
          </a:p>
          <a:p>
            <a:pPr marL="0" indent="0">
              <a:buNone/>
            </a:pPr>
            <a:endParaRPr lang="en-GB"/>
          </a:p>
          <a:p>
            <a:pPr marL="0" indent="0">
              <a:buNone/>
            </a:pPr>
            <a:r>
              <a:rPr lang="en-GB"/>
              <a:t>Types of computational thinking techniques:</a:t>
            </a:r>
          </a:p>
          <a:p>
            <a:r>
              <a:rPr lang="en-GB"/>
              <a:t>Abstraction</a:t>
            </a:r>
          </a:p>
          <a:p>
            <a:r>
              <a:rPr lang="en-GB"/>
              <a:t>Algorithm</a:t>
            </a:r>
          </a:p>
          <a:p>
            <a:r>
              <a:rPr lang="en-GB"/>
              <a:t>Decomposition</a:t>
            </a:r>
          </a:p>
          <a:p>
            <a:r>
              <a:rPr lang="en-GB"/>
              <a:t>Pattern Recognition </a:t>
            </a:r>
          </a:p>
          <a:p>
            <a:pPr marL="0" indent="0">
              <a:buNone/>
            </a:pPr>
            <a:endParaRPr lang="en-GB"/>
          </a:p>
          <a:p>
            <a:pPr marL="0" indent="0">
              <a:buNone/>
            </a:pPr>
            <a:endParaRPr lang="en-GB"/>
          </a:p>
          <a:p>
            <a:pPr marL="0" indent="0">
              <a:buNone/>
            </a:pPr>
            <a:endParaRPr lang="en-GB"/>
          </a:p>
          <a:p>
            <a:pPr marL="0" indent="0">
              <a:buNone/>
            </a:pPr>
            <a:endParaRPr lang="en-GB" dirty="0"/>
          </a:p>
        </p:txBody>
      </p:sp>
    </p:spTree>
    <p:extLst>
      <p:ext uri="{BB962C8B-B14F-4D97-AF65-F5344CB8AC3E}">
        <p14:creationId xmlns:p14="http://schemas.microsoft.com/office/powerpoint/2010/main" val="1705442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25">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11E1BE9-863B-FBF0-508A-A9D9D58AEE84}"/>
              </a:ext>
            </a:extLst>
          </p:cNvPr>
          <p:cNvSpPr>
            <a:spLocks noGrp="1"/>
          </p:cNvSpPr>
          <p:nvPr>
            <p:ph type="title"/>
          </p:nvPr>
        </p:nvSpPr>
        <p:spPr>
          <a:xfrm>
            <a:off x="1137034" y="609600"/>
            <a:ext cx="4784796" cy="1330840"/>
          </a:xfrm>
        </p:spPr>
        <p:txBody>
          <a:bodyPr>
            <a:normAutofit/>
          </a:bodyPr>
          <a:lstStyle/>
          <a:p>
            <a:r>
              <a:rPr lang="en-GB" dirty="0"/>
              <a:t>Abstraction</a:t>
            </a:r>
          </a:p>
        </p:txBody>
      </p:sp>
      <p:sp>
        <p:nvSpPr>
          <p:cNvPr id="3" name="Content Placeholder 2">
            <a:extLst>
              <a:ext uri="{FF2B5EF4-FFF2-40B4-BE49-F238E27FC236}">
                <a16:creationId xmlns:a16="http://schemas.microsoft.com/office/drawing/2014/main" id="{F8ED3B52-A91A-509E-1400-FF3DAC4103FF}"/>
              </a:ext>
            </a:extLst>
          </p:cNvPr>
          <p:cNvSpPr>
            <a:spLocks noGrp="1"/>
          </p:cNvSpPr>
          <p:nvPr>
            <p:ph idx="1"/>
          </p:nvPr>
        </p:nvSpPr>
        <p:spPr>
          <a:xfrm>
            <a:off x="497499" y="2194102"/>
            <a:ext cx="5077571" cy="3908585"/>
          </a:xfrm>
        </p:spPr>
        <p:txBody>
          <a:bodyPr vert="horz" lIns="91440" tIns="45720" rIns="91440" bIns="45720" rtlCol="0" anchor="t">
            <a:normAutofit/>
          </a:bodyPr>
          <a:lstStyle/>
          <a:p>
            <a:pPr marL="0" indent="0">
              <a:buNone/>
            </a:pPr>
            <a:r>
              <a:rPr lang="en-GB" sz="2000" dirty="0"/>
              <a:t>Abstraction – this part focuses on only the info that is important and leaves out the info that is not important.</a:t>
            </a:r>
            <a:endParaRPr lang="en-US"/>
          </a:p>
          <a:p>
            <a:pPr marL="0" indent="0">
              <a:buNone/>
            </a:pPr>
            <a:r>
              <a:rPr lang="en-GB" sz="2000" dirty="0"/>
              <a:t>Important info:</a:t>
            </a:r>
          </a:p>
          <a:p>
            <a:pPr marL="0" indent="0">
              <a:buNone/>
            </a:pPr>
            <a:r>
              <a:rPr lang="en-GB" sz="2000" dirty="0"/>
              <a:t>Staff_username / </a:t>
            </a:r>
            <a:r>
              <a:rPr lang="en-GB" sz="2000" dirty="0" err="1"/>
              <a:t>staff_password</a:t>
            </a:r>
            <a:endParaRPr lang="en-GB" sz="2000" dirty="0"/>
          </a:p>
          <a:p>
            <a:pPr marL="0" indent="0">
              <a:buNone/>
            </a:pPr>
            <a:r>
              <a:rPr lang="en-GB" sz="2000" dirty="0"/>
              <a:t>Unimportant info:</a:t>
            </a:r>
          </a:p>
          <a:p>
            <a:pPr marL="0" indent="0">
              <a:buNone/>
            </a:pPr>
            <a:r>
              <a:rPr lang="en-GB" sz="2000" dirty="0" err="1"/>
              <a:t>Student_username</a:t>
            </a:r>
            <a:r>
              <a:rPr lang="en-GB" sz="2000" dirty="0"/>
              <a:t> / </a:t>
            </a:r>
            <a:r>
              <a:rPr lang="en-GB" sz="2000" dirty="0" err="1"/>
              <a:t>student_password</a:t>
            </a:r>
            <a:endParaRPr lang="en-GB" sz="2000" dirty="0"/>
          </a:p>
          <a:p>
            <a:pPr marL="0" indent="0">
              <a:buNone/>
            </a:pPr>
            <a:endParaRPr lang="en-GB" sz="2000"/>
          </a:p>
        </p:txBody>
      </p:sp>
      <p:pic>
        <p:nvPicPr>
          <p:cNvPr id="5" name="Picture 4" descr="A computer screen with text and numbers&#10;&#10;AI-generated content may be incorrect.">
            <a:extLst>
              <a:ext uri="{FF2B5EF4-FFF2-40B4-BE49-F238E27FC236}">
                <a16:creationId xmlns:a16="http://schemas.microsoft.com/office/drawing/2014/main" id="{9468152C-A722-DF65-9521-AD1FDC89F493}"/>
              </a:ext>
            </a:extLst>
          </p:cNvPr>
          <p:cNvPicPr>
            <a:picLocks noChangeAspect="1"/>
          </p:cNvPicPr>
          <p:nvPr/>
        </p:nvPicPr>
        <p:blipFill>
          <a:blip r:embed="rId2"/>
          <a:stretch>
            <a:fillRect/>
          </a:stretch>
        </p:blipFill>
        <p:spPr>
          <a:xfrm>
            <a:off x="6567646" y="2643161"/>
            <a:ext cx="5499650" cy="1498641"/>
          </a:xfrm>
          <a:prstGeom prst="rect">
            <a:avLst/>
          </a:prstGeom>
        </p:spPr>
      </p:pic>
    </p:spTree>
    <p:extLst>
      <p:ext uri="{BB962C8B-B14F-4D97-AF65-F5344CB8AC3E}">
        <p14:creationId xmlns:p14="http://schemas.microsoft.com/office/powerpoint/2010/main" val="665216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546713-BDBA-5135-5672-6679FB13B21C}"/>
              </a:ext>
            </a:extLst>
          </p:cNvPr>
          <p:cNvSpPr>
            <a:spLocks noGrp="1"/>
          </p:cNvSpPr>
          <p:nvPr>
            <p:ph type="title"/>
          </p:nvPr>
        </p:nvSpPr>
        <p:spPr>
          <a:xfrm>
            <a:off x="612648" y="603504"/>
            <a:ext cx="5862396" cy="1527048"/>
          </a:xfrm>
        </p:spPr>
        <p:txBody>
          <a:bodyPr anchor="b">
            <a:normAutofit/>
          </a:bodyPr>
          <a:lstStyle/>
          <a:p>
            <a:r>
              <a:rPr lang="en-GB"/>
              <a:t>Algorithm</a:t>
            </a:r>
          </a:p>
        </p:txBody>
      </p:sp>
      <p:sp>
        <p:nvSpPr>
          <p:cNvPr id="3" name="Content Placeholder 2">
            <a:extLst>
              <a:ext uri="{FF2B5EF4-FFF2-40B4-BE49-F238E27FC236}">
                <a16:creationId xmlns:a16="http://schemas.microsoft.com/office/drawing/2014/main" id="{CD780A77-3A8E-C2DD-0A98-73ED16EC3DDF}"/>
              </a:ext>
            </a:extLst>
          </p:cNvPr>
          <p:cNvSpPr>
            <a:spLocks noGrp="1"/>
          </p:cNvSpPr>
          <p:nvPr>
            <p:ph idx="1"/>
          </p:nvPr>
        </p:nvSpPr>
        <p:spPr>
          <a:xfrm>
            <a:off x="612648" y="2212848"/>
            <a:ext cx="5862396" cy="4096512"/>
          </a:xfrm>
        </p:spPr>
        <p:txBody>
          <a:bodyPr vert="horz" lIns="91440" tIns="45720" rIns="91440" bIns="45720" rtlCol="0">
            <a:normAutofit/>
          </a:bodyPr>
          <a:lstStyle/>
          <a:p>
            <a:pPr marL="0" indent="0">
              <a:buNone/>
            </a:pPr>
            <a:r>
              <a:rPr lang="en-GB" sz="1800"/>
              <a:t>Algorithm - making a solution for the problem which is going to be a step-by-step solution, this can be by a flowchart or a pseudocode.</a:t>
            </a:r>
            <a:endParaRPr lang="en-US" sz="1800"/>
          </a:p>
          <a:p>
            <a:endParaRPr lang="en-GB" sz="1800"/>
          </a:p>
          <a:p>
            <a:r>
              <a:rPr lang="en-GB" sz="1800"/>
              <a:t>GET users username and password</a:t>
            </a:r>
          </a:p>
          <a:p>
            <a:r>
              <a:rPr lang="en-GB" sz="1800"/>
              <a:t>IF the username and password both are valid THEN </a:t>
            </a:r>
          </a:p>
          <a:p>
            <a:r>
              <a:rPr lang="en-GB" sz="1800"/>
              <a:t>SHOW login status as successful</a:t>
            </a:r>
          </a:p>
          <a:p>
            <a:r>
              <a:rPr lang="en-GB" sz="1800"/>
              <a:t>ELSE </a:t>
            </a:r>
          </a:p>
          <a:p>
            <a:r>
              <a:rPr lang="en-GB" sz="1800"/>
              <a:t>SHOW login status as Failed</a:t>
            </a:r>
          </a:p>
          <a:p>
            <a:r>
              <a:rPr lang="en-GB" sz="1800"/>
              <a:t>ENDIF</a:t>
            </a:r>
          </a:p>
          <a:p>
            <a:endParaRPr lang="en-GB" sz="1800"/>
          </a:p>
          <a:p>
            <a:endParaRPr lang="en-GB" sz="1800"/>
          </a:p>
          <a:p>
            <a:pPr marL="0" indent="0">
              <a:buNone/>
            </a:pPr>
            <a:endParaRPr lang="en-GB" sz="1800"/>
          </a:p>
          <a:p>
            <a:pPr marL="0" indent="0">
              <a:buNone/>
            </a:pPr>
            <a:endParaRPr lang="en-GB" sz="1800"/>
          </a:p>
          <a:p>
            <a:endParaRPr lang="en-GB" sz="1800"/>
          </a:p>
          <a:p>
            <a:endParaRPr lang="en-GB" sz="1800"/>
          </a:p>
          <a:p>
            <a:endParaRPr lang="en-GB" sz="1800"/>
          </a:p>
        </p:txBody>
      </p:sp>
      <p:pic>
        <p:nvPicPr>
          <p:cNvPr id="4" name="Picture 3" descr="A diagram of a system&#10;&#10;AI-generated content may be incorrect.">
            <a:extLst>
              <a:ext uri="{FF2B5EF4-FFF2-40B4-BE49-F238E27FC236}">
                <a16:creationId xmlns:a16="http://schemas.microsoft.com/office/drawing/2014/main" id="{0947465E-504A-CF4D-4E6E-2BB1FF73A16C}"/>
              </a:ext>
            </a:extLst>
          </p:cNvPr>
          <p:cNvPicPr>
            <a:picLocks noChangeAspect="1"/>
          </p:cNvPicPr>
          <p:nvPr/>
        </p:nvPicPr>
        <p:blipFill>
          <a:blip r:embed="rId2"/>
          <a:stretch>
            <a:fillRect/>
          </a:stretch>
        </p:blipFill>
        <p:spPr>
          <a:xfrm>
            <a:off x="7573591" y="433384"/>
            <a:ext cx="3717113" cy="6019618"/>
          </a:xfrm>
          <a:prstGeom prst="rect">
            <a:avLst/>
          </a:prstGeom>
        </p:spPr>
      </p:pic>
    </p:spTree>
    <p:extLst>
      <p:ext uri="{BB962C8B-B14F-4D97-AF65-F5344CB8AC3E}">
        <p14:creationId xmlns:p14="http://schemas.microsoft.com/office/powerpoint/2010/main" val="199917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F4C891B-62D0-4250-AEB7-0F42BAD78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8CBF10-FAFA-6A48-51A2-460B383AB7BC}"/>
              </a:ext>
            </a:extLst>
          </p:cNvPr>
          <p:cNvSpPr>
            <a:spLocks noGrp="1"/>
          </p:cNvSpPr>
          <p:nvPr>
            <p:ph type="title"/>
          </p:nvPr>
        </p:nvSpPr>
        <p:spPr>
          <a:xfrm>
            <a:off x="1195458" y="2212258"/>
            <a:ext cx="9808067" cy="1113503"/>
          </a:xfrm>
        </p:spPr>
        <p:txBody>
          <a:bodyPr anchor="b">
            <a:normAutofit/>
          </a:bodyPr>
          <a:lstStyle/>
          <a:p>
            <a:pPr algn="ctr"/>
            <a:r>
              <a:rPr lang="en-GB" sz="4000" dirty="0"/>
              <a:t>Decomposition</a:t>
            </a:r>
          </a:p>
        </p:txBody>
      </p:sp>
      <p:pic>
        <p:nvPicPr>
          <p:cNvPr id="4" name="Picture 3">
            <a:extLst>
              <a:ext uri="{FF2B5EF4-FFF2-40B4-BE49-F238E27FC236}">
                <a16:creationId xmlns:a16="http://schemas.microsoft.com/office/drawing/2014/main" id="{49970B82-34BE-E278-8026-B7E9081116F4}"/>
              </a:ext>
            </a:extLst>
          </p:cNvPr>
          <p:cNvPicPr>
            <a:picLocks noChangeAspect="1"/>
          </p:cNvPicPr>
          <p:nvPr/>
        </p:nvPicPr>
        <p:blipFill>
          <a:blip r:embed="rId2"/>
          <a:stretch>
            <a:fillRect/>
          </a:stretch>
        </p:blipFill>
        <p:spPr>
          <a:xfrm>
            <a:off x="2840760" y="1359745"/>
            <a:ext cx="6510479" cy="570968"/>
          </a:xfrm>
          <a:prstGeom prst="rect">
            <a:avLst/>
          </a:prstGeom>
        </p:spPr>
      </p:pic>
      <p:sp>
        <p:nvSpPr>
          <p:cNvPr id="3" name="Content Placeholder 2">
            <a:extLst>
              <a:ext uri="{FF2B5EF4-FFF2-40B4-BE49-F238E27FC236}">
                <a16:creationId xmlns:a16="http://schemas.microsoft.com/office/drawing/2014/main" id="{EE766C95-4238-4DEA-FBEE-BC073AB8AD4D}"/>
              </a:ext>
            </a:extLst>
          </p:cNvPr>
          <p:cNvSpPr>
            <a:spLocks noGrp="1"/>
          </p:cNvSpPr>
          <p:nvPr>
            <p:ph idx="1"/>
          </p:nvPr>
        </p:nvSpPr>
        <p:spPr>
          <a:xfrm>
            <a:off x="1195459" y="3532240"/>
            <a:ext cx="9804575" cy="2596847"/>
          </a:xfrm>
        </p:spPr>
        <p:txBody>
          <a:bodyPr vert="horz" lIns="91440" tIns="45720" rIns="91440" bIns="45720" rtlCol="0" anchor="t">
            <a:normAutofit/>
          </a:bodyPr>
          <a:lstStyle/>
          <a:p>
            <a:pPr marL="0" indent="0" algn="ctr">
              <a:buNone/>
            </a:pPr>
            <a:r>
              <a:rPr lang="en-GB" sz="2000" dirty="0"/>
              <a:t>Breaking down big and hard parts of a problem or a system into smaller and more easier parts to manage.</a:t>
            </a:r>
          </a:p>
          <a:p>
            <a:pPr marL="0" indent="0" algn="ctr">
              <a:buNone/>
            </a:pPr>
            <a:r>
              <a:rPr lang="en-GB" sz="2000" dirty="0"/>
              <a:t>Decomposition happens by cutting the problem up into smaller sub-problems, this is done by putting the problem from one big problem into four small problem, the four problems meaning each file of the code, and each file of code has small functions to divide itself even further.</a:t>
            </a:r>
          </a:p>
        </p:txBody>
      </p:sp>
    </p:spTree>
    <p:extLst>
      <p:ext uri="{BB962C8B-B14F-4D97-AF65-F5344CB8AC3E}">
        <p14:creationId xmlns:p14="http://schemas.microsoft.com/office/powerpoint/2010/main" val="2935838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ACD07-65B7-BF4B-9045-9D4DDD53697E}"/>
              </a:ext>
            </a:extLst>
          </p:cNvPr>
          <p:cNvSpPr>
            <a:spLocks noGrp="1"/>
          </p:cNvSpPr>
          <p:nvPr>
            <p:ph type="title"/>
          </p:nvPr>
        </p:nvSpPr>
        <p:spPr/>
        <p:txBody>
          <a:bodyPr/>
          <a:lstStyle/>
          <a:p>
            <a:r>
              <a:rPr lang="en-GB" dirty="0"/>
              <a:t>Pattern recognition</a:t>
            </a:r>
          </a:p>
        </p:txBody>
      </p:sp>
      <p:sp>
        <p:nvSpPr>
          <p:cNvPr id="3" name="Content Placeholder 2">
            <a:extLst>
              <a:ext uri="{FF2B5EF4-FFF2-40B4-BE49-F238E27FC236}">
                <a16:creationId xmlns:a16="http://schemas.microsoft.com/office/drawing/2014/main" id="{2912B3B4-7697-7811-7C0B-AB70E0E1A4E2}"/>
              </a:ext>
            </a:extLst>
          </p:cNvPr>
          <p:cNvSpPr>
            <a:spLocks noGrp="1"/>
          </p:cNvSpPr>
          <p:nvPr>
            <p:ph idx="1"/>
          </p:nvPr>
        </p:nvSpPr>
        <p:spPr>
          <a:xfrm>
            <a:off x="838200" y="1825625"/>
            <a:ext cx="10515600" cy="922338"/>
          </a:xfrm>
        </p:spPr>
        <p:txBody>
          <a:bodyPr vert="horz" lIns="91440" tIns="45720" rIns="91440" bIns="45720" rtlCol="0" anchor="t">
            <a:normAutofit/>
          </a:bodyPr>
          <a:lstStyle/>
          <a:p>
            <a:pPr marL="0" indent="0">
              <a:buNone/>
            </a:pPr>
            <a:r>
              <a:rPr lang="en-GB" dirty="0"/>
              <a:t>Pattern recognition – is to look for similarities on top of and in the problem.</a:t>
            </a:r>
          </a:p>
        </p:txBody>
      </p:sp>
      <p:pic>
        <p:nvPicPr>
          <p:cNvPr id="4" name="Picture 3" descr="A computer screen shot of a program&#10;&#10;AI-generated content may be incorrect.">
            <a:extLst>
              <a:ext uri="{FF2B5EF4-FFF2-40B4-BE49-F238E27FC236}">
                <a16:creationId xmlns:a16="http://schemas.microsoft.com/office/drawing/2014/main" id="{5E0019CE-FAE1-10F3-0F6D-C3D0E67E1736}"/>
              </a:ext>
            </a:extLst>
          </p:cNvPr>
          <p:cNvPicPr>
            <a:picLocks noChangeAspect="1"/>
          </p:cNvPicPr>
          <p:nvPr/>
        </p:nvPicPr>
        <p:blipFill>
          <a:blip r:embed="rId2"/>
          <a:stretch>
            <a:fillRect/>
          </a:stretch>
        </p:blipFill>
        <p:spPr>
          <a:xfrm>
            <a:off x="1141" y="3411426"/>
            <a:ext cx="6029325" cy="3448050"/>
          </a:xfrm>
          <a:prstGeom prst="rect">
            <a:avLst/>
          </a:prstGeom>
        </p:spPr>
      </p:pic>
      <p:pic>
        <p:nvPicPr>
          <p:cNvPr id="5" name="Picture 4" descr="A computer screen shot of a program&#10;&#10;AI-generated content may be incorrect.">
            <a:extLst>
              <a:ext uri="{FF2B5EF4-FFF2-40B4-BE49-F238E27FC236}">
                <a16:creationId xmlns:a16="http://schemas.microsoft.com/office/drawing/2014/main" id="{D64189D8-B821-3BCB-493B-D6B8087B043E}"/>
              </a:ext>
            </a:extLst>
          </p:cNvPr>
          <p:cNvPicPr>
            <a:picLocks noChangeAspect="1"/>
          </p:cNvPicPr>
          <p:nvPr/>
        </p:nvPicPr>
        <p:blipFill>
          <a:blip r:embed="rId3"/>
          <a:stretch>
            <a:fillRect/>
          </a:stretch>
        </p:blipFill>
        <p:spPr>
          <a:xfrm>
            <a:off x="6435546" y="3414915"/>
            <a:ext cx="5760344" cy="3441073"/>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99F102C4-D5A5-7D5A-75B1-589FD32B094E}"/>
                  </a:ext>
                </a:extLst>
              </p14:cNvPr>
              <p14:cNvContentPartPr/>
              <p14:nvPr/>
            </p14:nvContentPartPr>
            <p14:xfrm>
              <a:off x="7016639" y="6449665"/>
              <a:ext cx="2190077" cy="66861"/>
            </p14:xfrm>
          </p:contentPart>
        </mc:Choice>
        <mc:Fallback xmlns="">
          <p:pic>
            <p:nvPicPr>
              <p:cNvPr id="13" name="Ink 12">
                <a:extLst>
                  <a:ext uri="{FF2B5EF4-FFF2-40B4-BE49-F238E27FC236}">
                    <a16:creationId xmlns:a16="http://schemas.microsoft.com/office/drawing/2014/main" id="{99F102C4-D5A5-7D5A-75B1-589FD32B094E}"/>
                  </a:ext>
                </a:extLst>
              </p:cNvPr>
              <p:cNvPicPr/>
              <p:nvPr/>
            </p:nvPicPr>
            <p:blipFill>
              <a:blip r:embed="rId6"/>
              <a:stretch>
                <a:fillRect/>
              </a:stretch>
            </p:blipFill>
            <p:spPr>
              <a:xfrm>
                <a:off x="6999003" y="6431788"/>
                <a:ext cx="2225708" cy="10225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EB081447-C435-E56F-A7DF-9DF02BCB47C4}"/>
                  </a:ext>
                </a:extLst>
              </p14:cNvPr>
              <p14:cNvContentPartPr/>
              <p14:nvPr/>
            </p14:nvContentPartPr>
            <p14:xfrm>
              <a:off x="6752480" y="4937963"/>
              <a:ext cx="2808406" cy="86769"/>
            </p14:xfrm>
          </p:contentPart>
        </mc:Choice>
        <mc:Fallback xmlns="">
          <p:pic>
            <p:nvPicPr>
              <p:cNvPr id="14" name="Ink 13">
                <a:extLst>
                  <a:ext uri="{FF2B5EF4-FFF2-40B4-BE49-F238E27FC236}">
                    <a16:creationId xmlns:a16="http://schemas.microsoft.com/office/drawing/2014/main" id="{EB081447-C435-E56F-A7DF-9DF02BCB47C4}"/>
                  </a:ext>
                </a:extLst>
              </p:cNvPr>
              <p:cNvPicPr/>
              <p:nvPr/>
            </p:nvPicPr>
            <p:blipFill>
              <a:blip r:embed="rId8"/>
              <a:stretch>
                <a:fillRect/>
              </a:stretch>
            </p:blipFill>
            <p:spPr>
              <a:xfrm>
                <a:off x="6734482" y="4920394"/>
                <a:ext cx="2844042" cy="12226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24B7628C-8629-3357-F215-37831B35CDB6}"/>
                  </a:ext>
                </a:extLst>
              </p14:cNvPr>
              <p14:cNvContentPartPr/>
              <p14:nvPr/>
            </p14:nvContentPartPr>
            <p14:xfrm>
              <a:off x="10583665" y="4442708"/>
              <a:ext cx="844657" cy="45389"/>
            </p14:xfrm>
          </p:contentPart>
        </mc:Choice>
        <mc:Fallback xmlns="">
          <p:pic>
            <p:nvPicPr>
              <p:cNvPr id="22" name="Ink 21">
                <a:extLst>
                  <a:ext uri="{FF2B5EF4-FFF2-40B4-BE49-F238E27FC236}">
                    <a16:creationId xmlns:a16="http://schemas.microsoft.com/office/drawing/2014/main" id="{24B7628C-8629-3357-F215-37831B35CDB6}"/>
                  </a:ext>
                </a:extLst>
              </p:cNvPr>
              <p:cNvPicPr/>
              <p:nvPr/>
            </p:nvPicPr>
            <p:blipFill>
              <a:blip r:embed="rId10"/>
              <a:stretch>
                <a:fillRect/>
              </a:stretch>
            </p:blipFill>
            <p:spPr>
              <a:xfrm>
                <a:off x="10565671" y="4424838"/>
                <a:ext cx="880286" cy="8077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C2F248B2-A6E7-143C-4AB2-E3C084354B1F}"/>
                  </a:ext>
                </a:extLst>
              </p14:cNvPr>
              <p14:cNvContentPartPr/>
              <p14:nvPr/>
            </p14:nvContentPartPr>
            <p14:xfrm>
              <a:off x="8404994" y="4464174"/>
              <a:ext cx="490483" cy="23982"/>
            </p14:xfrm>
          </p:contentPart>
        </mc:Choice>
        <mc:Fallback xmlns="">
          <p:pic>
            <p:nvPicPr>
              <p:cNvPr id="24" name="Ink 23">
                <a:extLst>
                  <a:ext uri="{FF2B5EF4-FFF2-40B4-BE49-F238E27FC236}">
                    <a16:creationId xmlns:a16="http://schemas.microsoft.com/office/drawing/2014/main" id="{C2F248B2-A6E7-143C-4AB2-E3C084354B1F}"/>
                  </a:ext>
                </a:extLst>
              </p:cNvPr>
              <p:cNvPicPr/>
              <p:nvPr/>
            </p:nvPicPr>
            <p:blipFill>
              <a:blip r:embed="rId12"/>
              <a:stretch>
                <a:fillRect/>
              </a:stretch>
            </p:blipFill>
            <p:spPr>
              <a:xfrm>
                <a:off x="8387361" y="4446893"/>
                <a:ext cx="526109" cy="5889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DFA052D2-86CC-4545-7EE2-FE1D604B097E}"/>
                  </a:ext>
                </a:extLst>
              </p14:cNvPr>
              <p14:cNvContentPartPr/>
              <p14:nvPr/>
            </p14:nvContentPartPr>
            <p14:xfrm>
              <a:off x="6473599" y="3628552"/>
              <a:ext cx="736892" cy="33350"/>
            </p14:xfrm>
          </p:contentPart>
        </mc:Choice>
        <mc:Fallback xmlns="">
          <p:pic>
            <p:nvPicPr>
              <p:cNvPr id="25" name="Ink 24">
                <a:extLst>
                  <a:ext uri="{FF2B5EF4-FFF2-40B4-BE49-F238E27FC236}">
                    <a16:creationId xmlns:a16="http://schemas.microsoft.com/office/drawing/2014/main" id="{DFA052D2-86CC-4545-7EE2-FE1D604B097E}"/>
                  </a:ext>
                </a:extLst>
              </p:cNvPr>
              <p:cNvPicPr/>
              <p:nvPr/>
            </p:nvPicPr>
            <p:blipFill>
              <a:blip r:embed="rId14"/>
              <a:stretch>
                <a:fillRect/>
              </a:stretch>
            </p:blipFill>
            <p:spPr>
              <a:xfrm>
                <a:off x="6455608" y="3611167"/>
                <a:ext cx="772513" cy="68474"/>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6500DA7E-C5D8-5864-18E9-104509277E6F}"/>
                  </a:ext>
                </a:extLst>
              </p14:cNvPr>
              <p14:cNvContentPartPr/>
              <p14:nvPr/>
            </p14:nvContentPartPr>
            <p14:xfrm>
              <a:off x="6570432" y="3767901"/>
              <a:ext cx="3065581" cy="119187"/>
            </p14:xfrm>
          </p:contentPart>
        </mc:Choice>
        <mc:Fallback xmlns="">
          <p:pic>
            <p:nvPicPr>
              <p:cNvPr id="26" name="Ink 25">
                <a:extLst>
                  <a:ext uri="{FF2B5EF4-FFF2-40B4-BE49-F238E27FC236}">
                    <a16:creationId xmlns:a16="http://schemas.microsoft.com/office/drawing/2014/main" id="{6500DA7E-C5D8-5864-18E9-104509277E6F}"/>
                  </a:ext>
                </a:extLst>
              </p:cNvPr>
              <p:cNvPicPr/>
              <p:nvPr/>
            </p:nvPicPr>
            <p:blipFill>
              <a:blip r:embed="rId16"/>
              <a:stretch>
                <a:fillRect/>
              </a:stretch>
            </p:blipFill>
            <p:spPr>
              <a:xfrm>
                <a:off x="6552435" y="3750310"/>
                <a:ext cx="3101215" cy="15472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Ink 27">
                <a:extLst>
                  <a:ext uri="{FF2B5EF4-FFF2-40B4-BE49-F238E27FC236}">
                    <a16:creationId xmlns:a16="http://schemas.microsoft.com/office/drawing/2014/main" id="{38B2D462-496B-A2DF-AF1B-E3E36D31AB7C}"/>
                  </a:ext>
                </a:extLst>
              </p14:cNvPr>
              <p14:cNvContentPartPr/>
              <p14:nvPr/>
            </p14:nvContentPartPr>
            <p14:xfrm>
              <a:off x="6609478" y="4100819"/>
              <a:ext cx="2855589" cy="86771"/>
            </p14:xfrm>
          </p:contentPart>
        </mc:Choice>
        <mc:Fallback xmlns="">
          <p:pic>
            <p:nvPicPr>
              <p:cNvPr id="28" name="Ink 27">
                <a:extLst>
                  <a:ext uri="{FF2B5EF4-FFF2-40B4-BE49-F238E27FC236}">
                    <a16:creationId xmlns:a16="http://schemas.microsoft.com/office/drawing/2014/main" id="{38B2D462-496B-A2DF-AF1B-E3E36D31AB7C}"/>
                  </a:ext>
                </a:extLst>
              </p:cNvPr>
              <p:cNvPicPr/>
              <p:nvPr/>
            </p:nvPicPr>
            <p:blipFill>
              <a:blip r:embed="rId18"/>
              <a:stretch>
                <a:fillRect/>
              </a:stretch>
            </p:blipFill>
            <p:spPr>
              <a:xfrm>
                <a:off x="6591480" y="4083250"/>
                <a:ext cx="2891225" cy="122268"/>
              </a:xfrm>
              <a:prstGeom prst="rect">
                <a:avLst/>
              </a:prstGeom>
            </p:spPr>
          </p:pic>
        </mc:Fallback>
      </mc:AlternateContent>
    </p:spTree>
    <p:extLst>
      <p:ext uri="{BB962C8B-B14F-4D97-AF65-F5344CB8AC3E}">
        <p14:creationId xmlns:p14="http://schemas.microsoft.com/office/powerpoint/2010/main" val="779630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AC1C9A-EF6F-F377-E510-191A7F53695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DF521D-049D-4A1C-C556-470C38AD4FF1}"/>
              </a:ext>
            </a:extLst>
          </p:cNvPr>
          <p:cNvSpPr>
            <a:spLocks noGrp="1"/>
          </p:cNvSpPr>
          <p:nvPr>
            <p:ph type="ctrTitle"/>
          </p:nvPr>
        </p:nvSpPr>
        <p:spPr>
          <a:xfrm>
            <a:off x="838199" y="1093788"/>
            <a:ext cx="10506455" cy="2967208"/>
          </a:xfrm>
        </p:spPr>
        <p:txBody>
          <a:bodyPr>
            <a:normAutofit/>
          </a:bodyPr>
          <a:lstStyle/>
          <a:p>
            <a:pPr algn="l"/>
            <a:r>
              <a:rPr lang="en-US" sz="8000">
                <a:ea typeface="+mj-lt"/>
                <a:cs typeface="+mj-lt"/>
              </a:rPr>
              <a:t>Principles of computer programming</a:t>
            </a:r>
          </a:p>
        </p:txBody>
      </p:sp>
      <p:sp>
        <p:nvSpPr>
          <p:cNvPr id="16" name="Rectangle 15">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3735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2E28338-3B11-BD97-CE81-2C75FD9B7363}"/>
              </a:ext>
            </a:extLst>
          </p:cNvPr>
          <p:cNvSpPr>
            <a:spLocks noGrp="1"/>
          </p:cNvSpPr>
          <p:nvPr>
            <p:ph type="title"/>
          </p:nvPr>
        </p:nvSpPr>
        <p:spPr>
          <a:xfrm>
            <a:off x="614679" y="548639"/>
            <a:ext cx="3977640" cy="5719640"/>
          </a:xfrm>
        </p:spPr>
        <p:txBody>
          <a:bodyPr anchor="t">
            <a:normAutofit/>
          </a:bodyPr>
          <a:lstStyle/>
          <a:p>
            <a:r>
              <a:rPr lang="en-GB" dirty="0"/>
              <a:t>Principles of computer programming </a:t>
            </a:r>
          </a:p>
        </p:txBody>
      </p:sp>
      <p:sp>
        <p:nvSpPr>
          <p:cNvPr id="3" name="Content Placeholder 2">
            <a:extLst>
              <a:ext uri="{FF2B5EF4-FFF2-40B4-BE49-F238E27FC236}">
                <a16:creationId xmlns:a16="http://schemas.microsoft.com/office/drawing/2014/main" id="{E10A74EE-C863-951A-1443-E5B35ADFF905}"/>
              </a:ext>
            </a:extLst>
          </p:cNvPr>
          <p:cNvSpPr>
            <a:spLocks noGrp="1"/>
          </p:cNvSpPr>
          <p:nvPr>
            <p:ph idx="1"/>
          </p:nvPr>
        </p:nvSpPr>
        <p:spPr>
          <a:xfrm>
            <a:off x="5387542" y="548639"/>
            <a:ext cx="6189780" cy="5861304"/>
          </a:xfrm>
        </p:spPr>
        <p:txBody>
          <a:bodyPr vert="horz" lIns="91440" tIns="45720" rIns="91440" bIns="45720" rtlCol="0" anchor="t">
            <a:normAutofit/>
          </a:bodyPr>
          <a:lstStyle/>
          <a:p>
            <a:pPr marL="0" indent="0">
              <a:buNone/>
            </a:pPr>
            <a:r>
              <a:rPr lang="en-GB" dirty="0"/>
              <a:t>Types of principles of computer programming:</a:t>
            </a:r>
          </a:p>
          <a:p>
            <a:r>
              <a:rPr lang="en-GB" dirty="0"/>
              <a:t>Variable Declaration</a:t>
            </a:r>
          </a:p>
          <a:p>
            <a:r>
              <a:rPr lang="en-GB" dirty="0"/>
              <a:t>Input and Output</a:t>
            </a:r>
          </a:p>
          <a:p>
            <a:r>
              <a:rPr lang="en-GB" dirty="0"/>
              <a:t>Comments</a:t>
            </a:r>
          </a:p>
          <a:p>
            <a:r>
              <a:rPr lang="en-GB" dirty="0"/>
              <a:t>Selection Statements</a:t>
            </a:r>
          </a:p>
          <a:p>
            <a:r>
              <a:rPr lang="en-GB" dirty="0"/>
              <a:t>Integration </a:t>
            </a:r>
          </a:p>
          <a:p>
            <a:r>
              <a:rPr lang="en-GB" dirty="0"/>
              <a:t>Modularity</a:t>
            </a:r>
          </a:p>
          <a:p>
            <a:r>
              <a:rPr lang="en-GB" dirty="0"/>
              <a:t>Structure and Class</a:t>
            </a:r>
          </a:p>
          <a:p>
            <a:r>
              <a:rPr lang="en-GB" dirty="0"/>
              <a:t>Vectors and lists</a:t>
            </a:r>
          </a:p>
          <a:p>
            <a:endParaRPr lang="en-GB" dirty="0"/>
          </a:p>
          <a:p>
            <a:pPr marL="0" indent="0">
              <a:buNone/>
            </a:pPr>
            <a:endParaRPr lang="en-GB" dirty="0"/>
          </a:p>
        </p:txBody>
      </p:sp>
    </p:spTree>
    <p:extLst>
      <p:ext uri="{BB962C8B-B14F-4D97-AF65-F5344CB8AC3E}">
        <p14:creationId xmlns:p14="http://schemas.microsoft.com/office/powerpoint/2010/main" val="2176186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2991-28FA-CC13-4B0B-7A38C4FC9E10}"/>
              </a:ext>
            </a:extLst>
          </p:cNvPr>
          <p:cNvSpPr>
            <a:spLocks noGrp="1"/>
          </p:cNvSpPr>
          <p:nvPr>
            <p:ph type="title"/>
          </p:nvPr>
        </p:nvSpPr>
        <p:spPr/>
        <p:txBody>
          <a:bodyPr/>
          <a:lstStyle/>
          <a:p>
            <a:r>
              <a:rPr lang="en-GB" dirty="0"/>
              <a:t>Principles of computer programming</a:t>
            </a:r>
          </a:p>
        </p:txBody>
      </p:sp>
      <p:sp>
        <p:nvSpPr>
          <p:cNvPr id="3" name="Content Placeholder 2">
            <a:extLst>
              <a:ext uri="{FF2B5EF4-FFF2-40B4-BE49-F238E27FC236}">
                <a16:creationId xmlns:a16="http://schemas.microsoft.com/office/drawing/2014/main" id="{F39B55AE-CD1F-BB7C-09A8-A2391B291014}"/>
              </a:ext>
            </a:extLst>
          </p:cNvPr>
          <p:cNvSpPr>
            <a:spLocks noGrp="1"/>
          </p:cNvSpPr>
          <p:nvPr>
            <p:ph idx="1"/>
          </p:nvPr>
        </p:nvSpPr>
        <p:spPr>
          <a:xfrm>
            <a:off x="838200" y="1743983"/>
            <a:ext cx="5263243" cy="4432980"/>
          </a:xfrm>
        </p:spPr>
        <p:txBody>
          <a:bodyPr vert="horz" lIns="91440" tIns="45720" rIns="91440" bIns="45720" rtlCol="0" anchor="t">
            <a:normAutofit/>
          </a:bodyPr>
          <a:lstStyle/>
          <a:p>
            <a:pPr marL="0" indent="0">
              <a:buNone/>
            </a:pPr>
            <a:r>
              <a:rPr lang="en-GB" dirty="0"/>
              <a:t>C++:</a:t>
            </a:r>
          </a:p>
          <a:p>
            <a:pPr marL="342900" indent="-342900"/>
            <a:r>
              <a:rPr lang="en-GB" dirty="0"/>
              <a:t>Made by Bjarne Stroustrup</a:t>
            </a:r>
          </a:p>
          <a:p>
            <a:pPr marL="342900" indent="-342900"/>
            <a:r>
              <a:rPr lang="en-GB" dirty="0"/>
              <a:t>Made at Bell Labs</a:t>
            </a:r>
          </a:p>
          <a:p>
            <a:pPr marL="342900" indent="-342900"/>
            <a:r>
              <a:rPr lang="en-GB" dirty="0"/>
              <a:t>Originally called: C with class</a:t>
            </a:r>
          </a:p>
          <a:p>
            <a:pPr marL="342900" indent="-342900"/>
            <a:r>
              <a:rPr lang="en-GB" dirty="0"/>
              <a:t>Made in 1985</a:t>
            </a:r>
          </a:p>
          <a:p>
            <a:pPr marL="342900" indent="-342900"/>
            <a:r>
              <a:rPr lang="en-GB" dirty="0"/>
              <a:t>A high-level programming language</a:t>
            </a:r>
          </a:p>
          <a:p>
            <a:pPr marL="342900" indent="-342900"/>
            <a:endParaRPr lang="en-GB" sz="2400" dirty="0"/>
          </a:p>
          <a:p>
            <a:pPr marL="0" indent="0">
              <a:buNone/>
            </a:pPr>
            <a:endParaRPr lang="en-GB" sz="11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01BE1AA-F512-3493-EB44-99C47E7ECE3D}"/>
                  </a:ext>
                </a:extLst>
              </p14:cNvPr>
              <p14:cNvContentPartPr/>
              <p14:nvPr/>
            </p14:nvContentPartPr>
            <p14:xfrm>
              <a:off x="2413112" y="2049384"/>
              <a:ext cx="9659" cy="9659"/>
            </p14:xfrm>
          </p:contentPart>
        </mc:Choice>
        <mc:Fallback xmlns="">
          <p:pic>
            <p:nvPicPr>
              <p:cNvPr id="4" name="Ink 3">
                <a:extLst>
                  <a:ext uri="{FF2B5EF4-FFF2-40B4-BE49-F238E27FC236}">
                    <a16:creationId xmlns:a16="http://schemas.microsoft.com/office/drawing/2014/main" id="{001BE1AA-F512-3493-EB44-99C47E7ECE3D}"/>
                  </a:ext>
                </a:extLst>
              </p:cNvPr>
              <p:cNvPicPr/>
              <p:nvPr/>
            </p:nvPicPr>
            <p:blipFill>
              <a:blip r:embed="rId4"/>
              <a:stretch>
                <a:fillRect/>
              </a:stretch>
            </p:blipFill>
            <p:spPr>
              <a:xfrm>
                <a:off x="1939821" y="1566434"/>
                <a:ext cx="965900" cy="965900"/>
              </a:xfrm>
              <a:prstGeom prst="rect">
                <a:avLst/>
              </a:prstGeom>
            </p:spPr>
          </p:pic>
        </mc:Fallback>
      </mc:AlternateContent>
      <p:sp>
        <p:nvSpPr>
          <p:cNvPr id="7" name="Content Placeholder 2">
            <a:extLst>
              <a:ext uri="{FF2B5EF4-FFF2-40B4-BE49-F238E27FC236}">
                <a16:creationId xmlns:a16="http://schemas.microsoft.com/office/drawing/2014/main" id="{7B119348-D28A-2879-6506-9ED151C4B1A2}"/>
              </a:ext>
            </a:extLst>
          </p:cNvPr>
          <p:cNvSpPr txBox="1">
            <a:spLocks/>
          </p:cNvSpPr>
          <p:nvPr/>
        </p:nvSpPr>
        <p:spPr>
          <a:xfrm>
            <a:off x="6094562" y="1752609"/>
            <a:ext cx="5263243" cy="443298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Python:</a:t>
            </a:r>
            <a:endParaRPr lang="en-US" dirty="0"/>
          </a:p>
          <a:p>
            <a:pPr marL="457200" indent="-457200"/>
            <a:r>
              <a:rPr lang="en-GB" dirty="0"/>
              <a:t>Made by Guido van </a:t>
            </a:r>
            <a:r>
              <a:rPr lang="en-GB"/>
              <a:t>Rossum</a:t>
            </a:r>
            <a:endParaRPr lang="en-GB" dirty="0"/>
          </a:p>
          <a:p>
            <a:pPr marL="457200" indent="-457200"/>
            <a:r>
              <a:rPr lang="en-GB" dirty="0"/>
              <a:t>Made in 1991</a:t>
            </a:r>
          </a:p>
          <a:p>
            <a:pPr marL="457200" indent="-457200"/>
            <a:r>
              <a:rPr lang="en-GB" dirty="0"/>
              <a:t>Used for software development</a:t>
            </a:r>
            <a:endParaRPr lang="en-GB" dirty="0" err="1"/>
          </a:p>
          <a:p>
            <a:pPr marL="457200" indent="-457200"/>
            <a:r>
              <a:rPr lang="en-GB" dirty="0"/>
              <a:t>Named after a comedy group called Monty Python</a:t>
            </a:r>
          </a:p>
          <a:p>
            <a:pPr marL="457200" indent="-457200"/>
            <a:r>
              <a:rPr lang="en-GB" dirty="0"/>
              <a:t>A high-level language</a:t>
            </a:r>
          </a:p>
          <a:p>
            <a:pPr marL="342900" indent="-342900"/>
            <a:endParaRPr lang="en-GB" sz="2400" dirty="0"/>
          </a:p>
          <a:p>
            <a:pPr marL="0" indent="0">
              <a:buNone/>
            </a:pPr>
            <a:endParaRPr lang="en-GB" sz="1100" dirty="0"/>
          </a:p>
        </p:txBody>
      </p:sp>
    </p:spTree>
    <p:extLst>
      <p:ext uri="{BB962C8B-B14F-4D97-AF65-F5344CB8AC3E}">
        <p14:creationId xmlns:p14="http://schemas.microsoft.com/office/powerpoint/2010/main" val="4037016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A97D58-0EBB-11CD-4B2E-096683EFA94C}"/>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Variable Declaration </a:t>
            </a:r>
          </a:p>
        </p:txBody>
      </p:sp>
      <p:sp>
        <p:nvSpPr>
          <p:cNvPr id="8" name="TextBox 7">
            <a:extLst>
              <a:ext uri="{FF2B5EF4-FFF2-40B4-BE49-F238E27FC236}">
                <a16:creationId xmlns:a16="http://schemas.microsoft.com/office/drawing/2014/main" id="{6572B141-250C-485E-AE95-09B336C111F2}"/>
              </a:ext>
            </a:extLst>
          </p:cNvPr>
          <p:cNvSpPr txBox="1"/>
          <p:nvPr/>
        </p:nvSpPr>
        <p:spPr>
          <a:xfrm>
            <a:off x="612648" y="2584058"/>
            <a:ext cx="4621553" cy="315901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120000"/>
              </a:lnSpc>
              <a:spcAft>
                <a:spcPts val="600"/>
              </a:spcAft>
            </a:pPr>
            <a:r>
              <a:rPr lang="en-US" dirty="0"/>
              <a:t>Similarities': Both python and C++ ask the for username and the password</a:t>
            </a:r>
          </a:p>
          <a:p>
            <a:pPr>
              <a:lnSpc>
                <a:spcPct val="120000"/>
              </a:lnSpc>
              <a:spcAft>
                <a:spcPts val="600"/>
              </a:spcAft>
            </a:pPr>
            <a:r>
              <a:rPr lang="en-US" dirty="0"/>
              <a:t>Differences: in C++ you must write the variables in the datatype whereas in Python you do not .</a:t>
            </a:r>
          </a:p>
        </p:txBody>
      </p:sp>
      <p:pic>
        <p:nvPicPr>
          <p:cNvPr id="4" name="Content Placeholder 3" descr="A screenshot of a computer screen&#10;&#10;AI-generated content may be incorrect.">
            <a:extLst>
              <a:ext uri="{FF2B5EF4-FFF2-40B4-BE49-F238E27FC236}">
                <a16:creationId xmlns:a16="http://schemas.microsoft.com/office/drawing/2014/main" id="{2DF70B1E-D457-FD18-2B7C-E7BADE731048}"/>
              </a:ext>
            </a:extLst>
          </p:cNvPr>
          <p:cNvPicPr>
            <a:picLocks noGrp="1" noChangeAspect="1"/>
          </p:cNvPicPr>
          <p:nvPr>
            <p:ph idx="1"/>
          </p:nvPr>
        </p:nvPicPr>
        <p:blipFill>
          <a:blip r:embed="rId2"/>
          <a:stretch>
            <a:fillRect/>
          </a:stretch>
        </p:blipFill>
        <p:spPr>
          <a:xfrm>
            <a:off x="5691261" y="2830627"/>
            <a:ext cx="5837780" cy="1196744"/>
          </a:xfrm>
          <a:prstGeom prst="rect">
            <a:avLst/>
          </a:prstGeom>
        </p:spPr>
      </p:pic>
    </p:spTree>
    <p:extLst>
      <p:ext uri="{BB962C8B-B14F-4D97-AF65-F5344CB8AC3E}">
        <p14:creationId xmlns:p14="http://schemas.microsoft.com/office/powerpoint/2010/main" val="3186846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4032BE-2DA2-74C0-85C7-FF2A6A406DFC}"/>
              </a:ext>
            </a:extLst>
          </p:cNvPr>
          <p:cNvSpPr>
            <a:spLocks noGrp="1"/>
          </p:cNvSpPr>
          <p:nvPr>
            <p:ph type="title"/>
          </p:nvPr>
        </p:nvSpPr>
        <p:spPr>
          <a:xfrm>
            <a:off x="612648" y="1114923"/>
            <a:ext cx="4621553" cy="1360728"/>
          </a:xfrm>
        </p:spPr>
        <p:txBody>
          <a:bodyPr anchor="b">
            <a:normAutofit/>
          </a:bodyPr>
          <a:lstStyle/>
          <a:p>
            <a:r>
              <a:rPr lang="en-GB" dirty="0"/>
              <a:t>Input / Output</a:t>
            </a:r>
          </a:p>
        </p:txBody>
      </p:sp>
      <p:sp>
        <p:nvSpPr>
          <p:cNvPr id="3" name="Content Placeholder 2">
            <a:extLst>
              <a:ext uri="{FF2B5EF4-FFF2-40B4-BE49-F238E27FC236}">
                <a16:creationId xmlns:a16="http://schemas.microsoft.com/office/drawing/2014/main" id="{B3031B4D-E1E2-3B9A-1FEE-4F8C6AAC57DF}"/>
              </a:ext>
            </a:extLst>
          </p:cNvPr>
          <p:cNvSpPr>
            <a:spLocks noGrp="1"/>
          </p:cNvSpPr>
          <p:nvPr>
            <p:ph idx="1"/>
          </p:nvPr>
        </p:nvSpPr>
        <p:spPr>
          <a:xfrm>
            <a:off x="612648" y="2584058"/>
            <a:ext cx="4621553" cy="3159018"/>
          </a:xfrm>
        </p:spPr>
        <p:txBody>
          <a:bodyPr vert="horz" lIns="91440" tIns="45720" rIns="91440" bIns="45720" rtlCol="0">
            <a:normAutofit/>
          </a:bodyPr>
          <a:lstStyle/>
          <a:p>
            <a:pPr marL="0" indent="0">
              <a:buNone/>
            </a:pPr>
            <a:r>
              <a:rPr lang="en-GB" sz="1800"/>
              <a:t>Similarities: in C++ "cout" and in python "print" have the same functions that is to display and output Whatever the coder writes.</a:t>
            </a:r>
          </a:p>
          <a:p>
            <a:pPr marL="0" indent="0">
              <a:buNone/>
            </a:pPr>
            <a:r>
              <a:rPr lang="en-GB" sz="1800"/>
              <a:t>Difference: The message of the output, in python is put in brackets </a:t>
            </a:r>
          </a:p>
        </p:txBody>
      </p:sp>
      <p:pic>
        <p:nvPicPr>
          <p:cNvPr id="4" name="Picture 3" descr="A screenshot of a computer program&#10;&#10;AI-generated content may be incorrect.">
            <a:extLst>
              <a:ext uri="{FF2B5EF4-FFF2-40B4-BE49-F238E27FC236}">
                <a16:creationId xmlns:a16="http://schemas.microsoft.com/office/drawing/2014/main" id="{F4E2F41A-96B6-FDAE-EF62-82A654C6EC39}"/>
              </a:ext>
            </a:extLst>
          </p:cNvPr>
          <p:cNvPicPr>
            <a:picLocks noChangeAspect="1"/>
          </p:cNvPicPr>
          <p:nvPr/>
        </p:nvPicPr>
        <p:blipFill>
          <a:blip r:embed="rId2"/>
          <a:stretch>
            <a:fillRect/>
          </a:stretch>
        </p:blipFill>
        <p:spPr>
          <a:xfrm>
            <a:off x="5691261" y="2042527"/>
            <a:ext cx="5837780" cy="2772945"/>
          </a:xfrm>
          <a:prstGeom prst="rect">
            <a:avLst/>
          </a:prstGeom>
        </p:spPr>
      </p:pic>
    </p:spTree>
    <p:extLst>
      <p:ext uri="{BB962C8B-B14F-4D97-AF65-F5344CB8AC3E}">
        <p14:creationId xmlns:p14="http://schemas.microsoft.com/office/powerpoint/2010/main" val="3306794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AB6E618-DEE3-5452-8CCE-BD56A0E6FE53}"/>
              </a:ext>
            </a:extLst>
          </p:cNvPr>
          <p:cNvSpPr>
            <a:spLocks noGrp="1"/>
          </p:cNvSpPr>
          <p:nvPr>
            <p:ph type="title"/>
          </p:nvPr>
        </p:nvSpPr>
        <p:spPr>
          <a:xfrm>
            <a:off x="838201" y="3998018"/>
            <a:ext cx="3981854" cy="2216513"/>
          </a:xfrm>
        </p:spPr>
        <p:txBody>
          <a:bodyPr>
            <a:normAutofit/>
          </a:bodyPr>
          <a:lstStyle/>
          <a:p>
            <a:r>
              <a:rPr lang="en-GB" dirty="0"/>
              <a:t>Comments</a:t>
            </a:r>
          </a:p>
        </p:txBody>
      </p:sp>
      <p:pic>
        <p:nvPicPr>
          <p:cNvPr id="7" name="Picture 6" descr="A screenshot of a computer screen&#10;&#10;AI-generated content may be incorrect.">
            <a:extLst>
              <a:ext uri="{FF2B5EF4-FFF2-40B4-BE49-F238E27FC236}">
                <a16:creationId xmlns:a16="http://schemas.microsoft.com/office/drawing/2014/main" id="{8FFBF378-357C-0ADA-EF0C-BFC919A4D464}"/>
              </a:ext>
            </a:extLst>
          </p:cNvPr>
          <p:cNvPicPr>
            <a:picLocks noChangeAspect="1"/>
          </p:cNvPicPr>
          <p:nvPr/>
        </p:nvPicPr>
        <p:blipFill>
          <a:blip r:embed="rId2"/>
          <a:stretch>
            <a:fillRect/>
          </a:stretch>
        </p:blipFill>
        <p:spPr>
          <a:xfrm>
            <a:off x="659914" y="932940"/>
            <a:ext cx="10872172" cy="2500599"/>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6" name="Content Placeholder 5">
            <a:extLst>
              <a:ext uri="{FF2B5EF4-FFF2-40B4-BE49-F238E27FC236}">
                <a16:creationId xmlns:a16="http://schemas.microsoft.com/office/drawing/2014/main" id="{15CE5D40-3C24-54A5-93C0-2DFC3950CDD7}"/>
              </a:ext>
            </a:extLst>
          </p:cNvPr>
          <p:cNvSpPr>
            <a:spLocks noGrp="1"/>
          </p:cNvSpPr>
          <p:nvPr>
            <p:ph idx="1"/>
          </p:nvPr>
        </p:nvSpPr>
        <p:spPr>
          <a:xfrm>
            <a:off x="4970835" y="3998019"/>
            <a:ext cx="6382966" cy="2216512"/>
          </a:xfrm>
        </p:spPr>
        <p:txBody>
          <a:bodyPr vert="horz" lIns="91440" tIns="45720" rIns="91440" bIns="45720" rtlCol="0">
            <a:normAutofit/>
          </a:bodyPr>
          <a:lstStyle/>
          <a:p>
            <a:pPr marL="0" indent="0">
              <a:buNone/>
            </a:pPr>
            <a:r>
              <a:rPr lang="en-GB" sz="2400"/>
              <a:t>Similarities: In both python and C++, the comment is never going to be displayed in the output, so it will only be seen on the code.</a:t>
            </a:r>
          </a:p>
          <a:p>
            <a:pPr marL="0" indent="0">
              <a:buNone/>
            </a:pPr>
            <a:r>
              <a:rPr lang="en-GB" sz="2400"/>
              <a:t>Differences: in python all comments start with a hashtag whereas in C++ they start with a double slash</a:t>
            </a:r>
          </a:p>
        </p:txBody>
      </p:sp>
    </p:spTree>
    <p:extLst>
      <p:ext uri="{BB962C8B-B14F-4D97-AF65-F5344CB8AC3E}">
        <p14:creationId xmlns:p14="http://schemas.microsoft.com/office/powerpoint/2010/main" val="2744946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1F174B-75EF-1C3A-4B3E-7BAA31082F68}"/>
              </a:ext>
            </a:extLst>
          </p:cNvPr>
          <p:cNvSpPr>
            <a:spLocks noGrp="1"/>
          </p:cNvSpPr>
          <p:nvPr>
            <p:ph type="title"/>
          </p:nvPr>
        </p:nvSpPr>
        <p:spPr>
          <a:xfrm>
            <a:off x="612648" y="603504"/>
            <a:ext cx="5862396" cy="1527048"/>
          </a:xfrm>
        </p:spPr>
        <p:txBody>
          <a:bodyPr anchor="b">
            <a:normAutofit/>
          </a:bodyPr>
          <a:lstStyle/>
          <a:p>
            <a:r>
              <a:rPr lang="en-GB" dirty="0"/>
              <a:t>Selection statements </a:t>
            </a:r>
          </a:p>
        </p:txBody>
      </p:sp>
      <p:sp>
        <p:nvSpPr>
          <p:cNvPr id="3" name="Content Placeholder 2">
            <a:extLst>
              <a:ext uri="{FF2B5EF4-FFF2-40B4-BE49-F238E27FC236}">
                <a16:creationId xmlns:a16="http://schemas.microsoft.com/office/drawing/2014/main" id="{3CDDFCBD-6E88-5B56-47FA-B39B1B6F43B5}"/>
              </a:ext>
            </a:extLst>
          </p:cNvPr>
          <p:cNvSpPr>
            <a:spLocks noGrp="1"/>
          </p:cNvSpPr>
          <p:nvPr>
            <p:ph idx="1"/>
          </p:nvPr>
        </p:nvSpPr>
        <p:spPr>
          <a:xfrm>
            <a:off x="612648" y="2212848"/>
            <a:ext cx="5862396" cy="4096512"/>
          </a:xfrm>
        </p:spPr>
        <p:txBody>
          <a:bodyPr vert="horz" lIns="91440" tIns="45720" rIns="91440" bIns="45720" rtlCol="0">
            <a:normAutofit/>
          </a:bodyPr>
          <a:lstStyle/>
          <a:p>
            <a:pPr marL="0" indent="0">
              <a:buNone/>
            </a:pPr>
            <a:r>
              <a:rPr lang="en-GB" sz="1800"/>
              <a:t>Similarities: Both python and c++ have an if and else statements, which starts with the if statements and ends with the else statement.</a:t>
            </a:r>
          </a:p>
          <a:p>
            <a:pPr marL="0" indent="0">
              <a:buNone/>
            </a:pPr>
            <a:r>
              <a:rPr lang="en-GB" sz="1800"/>
              <a:t>Differences: Python does not have an elif statement whereas C++ does have this statement in the middle of the if and else statements.</a:t>
            </a:r>
          </a:p>
        </p:txBody>
      </p:sp>
      <p:pic>
        <p:nvPicPr>
          <p:cNvPr id="4" name="Picture 3" descr="A screenshot of a computer program&#10;&#10;AI-generated content may be incorrect.">
            <a:extLst>
              <a:ext uri="{FF2B5EF4-FFF2-40B4-BE49-F238E27FC236}">
                <a16:creationId xmlns:a16="http://schemas.microsoft.com/office/drawing/2014/main" id="{19C23649-BF02-C793-3046-E3C31E253CC0}"/>
              </a:ext>
            </a:extLst>
          </p:cNvPr>
          <p:cNvPicPr>
            <a:picLocks noChangeAspect="1"/>
          </p:cNvPicPr>
          <p:nvPr/>
        </p:nvPicPr>
        <p:blipFill>
          <a:blip r:embed="rId2"/>
          <a:stretch>
            <a:fillRect/>
          </a:stretch>
        </p:blipFill>
        <p:spPr>
          <a:xfrm>
            <a:off x="6479790" y="1715441"/>
            <a:ext cx="5293111" cy="3044425"/>
          </a:xfrm>
          <a:prstGeom prst="rect">
            <a:avLst/>
          </a:prstGeom>
        </p:spPr>
      </p:pic>
    </p:spTree>
    <p:extLst>
      <p:ext uri="{BB962C8B-B14F-4D97-AF65-F5344CB8AC3E}">
        <p14:creationId xmlns:p14="http://schemas.microsoft.com/office/powerpoint/2010/main" val="3728947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341225-CA20-E7AE-DF4D-07801391181C}"/>
              </a:ext>
            </a:extLst>
          </p:cNvPr>
          <p:cNvSpPr>
            <a:spLocks noGrp="1"/>
          </p:cNvSpPr>
          <p:nvPr>
            <p:ph type="title"/>
          </p:nvPr>
        </p:nvSpPr>
        <p:spPr>
          <a:xfrm>
            <a:off x="612648" y="603504"/>
            <a:ext cx="5862396" cy="1527048"/>
          </a:xfrm>
        </p:spPr>
        <p:txBody>
          <a:bodyPr anchor="b">
            <a:normAutofit/>
          </a:bodyPr>
          <a:lstStyle/>
          <a:p>
            <a:r>
              <a:rPr lang="en-GB" dirty="0"/>
              <a:t>Iteration</a:t>
            </a:r>
          </a:p>
        </p:txBody>
      </p:sp>
      <p:sp>
        <p:nvSpPr>
          <p:cNvPr id="3" name="Content Placeholder 2">
            <a:extLst>
              <a:ext uri="{FF2B5EF4-FFF2-40B4-BE49-F238E27FC236}">
                <a16:creationId xmlns:a16="http://schemas.microsoft.com/office/drawing/2014/main" id="{1ADED9D0-E690-4B7B-824A-166080147A9C}"/>
              </a:ext>
            </a:extLst>
          </p:cNvPr>
          <p:cNvSpPr>
            <a:spLocks noGrp="1"/>
          </p:cNvSpPr>
          <p:nvPr>
            <p:ph idx="1"/>
          </p:nvPr>
        </p:nvSpPr>
        <p:spPr>
          <a:xfrm>
            <a:off x="612648" y="2212848"/>
            <a:ext cx="5862396" cy="4096512"/>
          </a:xfrm>
        </p:spPr>
        <p:txBody>
          <a:bodyPr vert="horz" lIns="91440" tIns="45720" rIns="91440" bIns="45720" rtlCol="0">
            <a:normAutofit/>
          </a:bodyPr>
          <a:lstStyle/>
          <a:p>
            <a:pPr marL="0" indent="0">
              <a:buNone/>
            </a:pPr>
            <a:r>
              <a:rPr lang="en-GB" sz="1800"/>
              <a:t>similarities: both Python and C++ have got output statements after the for loop.</a:t>
            </a:r>
          </a:p>
          <a:p>
            <a:pPr marL="0" indent="0">
              <a:buNone/>
            </a:pPr>
            <a:r>
              <a:rPr lang="en-GB" sz="1800"/>
              <a:t>Differences: In C++, the for loop is written in brackets whereas in python the for loop is written without brackets and has a colon on the end but C++ doesn’t have any colon at the all the code</a:t>
            </a:r>
          </a:p>
        </p:txBody>
      </p:sp>
      <p:pic>
        <p:nvPicPr>
          <p:cNvPr id="4" name="Picture 3" descr="A screenshot of a computer code&#10;&#10;AI-generated content may be incorrect.">
            <a:extLst>
              <a:ext uri="{FF2B5EF4-FFF2-40B4-BE49-F238E27FC236}">
                <a16:creationId xmlns:a16="http://schemas.microsoft.com/office/drawing/2014/main" id="{45F0AB8A-73D8-32CB-5DA5-5505E4EBC38D}"/>
              </a:ext>
            </a:extLst>
          </p:cNvPr>
          <p:cNvPicPr>
            <a:picLocks noChangeAspect="1"/>
          </p:cNvPicPr>
          <p:nvPr/>
        </p:nvPicPr>
        <p:blipFill>
          <a:blip r:embed="rId2"/>
          <a:stretch>
            <a:fillRect/>
          </a:stretch>
        </p:blipFill>
        <p:spPr>
          <a:xfrm>
            <a:off x="7091395" y="1652517"/>
            <a:ext cx="4681506" cy="3581352"/>
          </a:xfrm>
          <a:prstGeom prst="rect">
            <a:avLst/>
          </a:prstGeom>
        </p:spPr>
      </p:pic>
    </p:spTree>
    <p:extLst>
      <p:ext uri="{BB962C8B-B14F-4D97-AF65-F5344CB8AC3E}">
        <p14:creationId xmlns:p14="http://schemas.microsoft.com/office/powerpoint/2010/main" val="106324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D5F6C8-EFA7-662F-8A18-1A2260AC69A0}"/>
              </a:ext>
            </a:extLst>
          </p:cNvPr>
          <p:cNvSpPr>
            <a:spLocks noGrp="1"/>
          </p:cNvSpPr>
          <p:nvPr>
            <p:ph type="title"/>
          </p:nvPr>
        </p:nvSpPr>
        <p:spPr>
          <a:xfrm>
            <a:off x="612648" y="603504"/>
            <a:ext cx="5862396" cy="1527048"/>
          </a:xfrm>
        </p:spPr>
        <p:txBody>
          <a:bodyPr anchor="b">
            <a:normAutofit/>
          </a:bodyPr>
          <a:lstStyle/>
          <a:p>
            <a:r>
              <a:rPr lang="en-GB" dirty="0"/>
              <a:t>Modularity</a:t>
            </a:r>
          </a:p>
        </p:txBody>
      </p:sp>
      <p:sp>
        <p:nvSpPr>
          <p:cNvPr id="3" name="Content Placeholder 2">
            <a:extLst>
              <a:ext uri="{FF2B5EF4-FFF2-40B4-BE49-F238E27FC236}">
                <a16:creationId xmlns:a16="http://schemas.microsoft.com/office/drawing/2014/main" id="{C96AA5BF-38C6-21D0-208C-507C9B34FD1F}"/>
              </a:ext>
            </a:extLst>
          </p:cNvPr>
          <p:cNvSpPr>
            <a:spLocks noGrp="1"/>
          </p:cNvSpPr>
          <p:nvPr>
            <p:ph idx="1"/>
          </p:nvPr>
        </p:nvSpPr>
        <p:spPr>
          <a:xfrm>
            <a:off x="612648" y="2212848"/>
            <a:ext cx="5862396" cy="4096512"/>
          </a:xfrm>
        </p:spPr>
        <p:txBody>
          <a:bodyPr vert="horz" lIns="91440" tIns="45720" rIns="91440" bIns="45720" rtlCol="0">
            <a:normAutofit/>
          </a:bodyPr>
          <a:lstStyle/>
          <a:p>
            <a:pPr marL="0" indent="0">
              <a:buNone/>
            </a:pPr>
            <a:r>
              <a:rPr lang="en-GB" sz="1800"/>
              <a:t>Similarities: In both the C++ and Python both the functions do the same exact things, which is to select an option.</a:t>
            </a:r>
          </a:p>
          <a:p>
            <a:pPr marL="0" indent="0">
              <a:buNone/>
            </a:pPr>
            <a:r>
              <a:rPr lang="en-GB" sz="1800"/>
              <a:t>Differences: the names of those functions which do the same things are different name, in python it is called def and in C++ it is called void.</a:t>
            </a:r>
          </a:p>
        </p:txBody>
      </p:sp>
      <p:pic>
        <p:nvPicPr>
          <p:cNvPr id="4" name="Picture 3" descr="A screenshot of a computer program&#10;&#10;AI-generated content may be incorrect.">
            <a:extLst>
              <a:ext uri="{FF2B5EF4-FFF2-40B4-BE49-F238E27FC236}">
                <a16:creationId xmlns:a16="http://schemas.microsoft.com/office/drawing/2014/main" id="{92DE9019-381E-CD51-BEBA-08DDC57071B3}"/>
              </a:ext>
            </a:extLst>
          </p:cNvPr>
          <p:cNvPicPr>
            <a:picLocks noChangeAspect="1"/>
          </p:cNvPicPr>
          <p:nvPr/>
        </p:nvPicPr>
        <p:blipFill>
          <a:blip r:embed="rId2"/>
          <a:stretch>
            <a:fillRect/>
          </a:stretch>
        </p:blipFill>
        <p:spPr>
          <a:xfrm>
            <a:off x="7091395" y="2389854"/>
            <a:ext cx="4681506" cy="2106677"/>
          </a:xfrm>
          <a:prstGeom prst="rect">
            <a:avLst/>
          </a:prstGeom>
        </p:spPr>
      </p:pic>
    </p:spTree>
    <p:extLst>
      <p:ext uri="{BB962C8B-B14F-4D97-AF65-F5344CB8AC3E}">
        <p14:creationId xmlns:p14="http://schemas.microsoft.com/office/powerpoint/2010/main" val="1402787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0777F-6C03-18B6-45B5-49EFDE31AFCE}"/>
              </a:ext>
            </a:extLst>
          </p:cNvPr>
          <p:cNvSpPr>
            <a:spLocks noGrp="1"/>
          </p:cNvSpPr>
          <p:nvPr>
            <p:ph type="title"/>
          </p:nvPr>
        </p:nvSpPr>
        <p:spPr>
          <a:xfrm>
            <a:off x="612648" y="603504"/>
            <a:ext cx="5862396" cy="1527048"/>
          </a:xfrm>
        </p:spPr>
        <p:txBody>
          <a:bodyPr anchor="b">
            <a:normAutofit/>
          </a:bodyPr>
          <a:lstStyle/>
          <a:p>
            <a:r>
              <a:rPr lang="en-GB" dirty="0"/>
              <a:t>Structure and class</a:t>
            </a:r>
          </a:p>
        </p:txBody>
      </p:sp>
      <p:sp>
        <p:nvSpPr>
          <p:cNvPr id="3" name="Content Placeholder 2">
            <a:extLst>
              <a:ext uri="{FF2B5EF4-FFF2-40B4-BE49-F238E27FC236}">
                <a16:creationId xmlns:a16="http://schemas.microsoft.com/office/drawing/2014/main" id="{496A5F3E-9CD8-B8ED-00FC-B0AE7F8BE400}"/>
              </a:ext>
            </a:extLst>
          </p:cNvPr>
          <p:cNvSpPr>
            <a:spLocks noGrp="1"/>
          </p:cNvSpPr>
          <p:nvPr>
            <p:ph idx="1"/>
          </p:nvPr>
        </p:nvSpPr>
        <p:spPr>
          <a:xfrm>
            <a:off x="612648" y="2212848"/>
            <a:ext cx="5862396" cy="4096512"/>
          </a:xfrm>
        </p:spPr>
        <p:txBody>
          <a:bodyPr vert="horz" lIns="91440" tIns="45720" rIns="91440" bIns="45720" rtlCol="0">
            <a:normAutofit/>
          </a:bodyPr>
          <a:lstStyle/>
          <a:p>
            <a:pPr marL="0" indent="0">
              <a:buNone/>
            </a:pPr>
            <a:r>
              <a:rPr lang="en-GB" sz="1800"/>
              <a:t>Similarities: </a:t>
            </a:r>
            <a:r>
              <a:rPr lang="en-GB" sz="1800">
                <a:ea typeface="+mn-lt"/>
                <a:cs typeface="+mn-lt"/>
              </a:rPr>
              <a:t>Both the C++ struct and Python class are used to group related information about a game, like its name, genre, platform, and price.</a:t>
            </a:r>
            <a:r>
              <a:rPr lang="en-GB" sz="1800"/>
              <a:t> </a:t>
            </a:r>
          </a:p>
          <a:p>
            <a:pPr marL="0" indent="0">
              <a:buNone/>
            </a:pPr>
            <a:r>
              <a:rPr lang="en-GB" sz="1800"/>
              <a:t>Differences: </a:t>
            </a:r>
            <a:r>
              <a:rPr lang="en-GB" sz="1800">
                <a:ea typeface="+mn-lt"/>
                <a:cs typeface="+mn-lt"/>
              </a:rPr>
              <a:t>The C++ struct only defines the data, while the Python class includes an __init__ method to automatically set the data when a new game object is created.</a:t>
            </a:r>
          </a:p>
        </p:txBody>
      </p:sp>
      <p:pic>
        <p:nvPicPr>
          <p:cNvPr id="4" name="Picture 3" descr="A screenshot of a computer program&#10;&#10;AI-generated content may be incorrect.">
            <a:extLst>
              <a:ext uri="{FF2B5EF4-FFF2-40B4-BE49-F238E27FC236}">
                <a16:creationId xmlns:a16="http://schemas.microsoft.com/office/drawing/2014/main" id="{A8F3D47B-D83D-32A5-5799-1702FC6A91E3}"/>
              </a:ext>
            </a:extLst>
          </p:cNvPr>
          <p:cNvPicPr>
            <a:picLocks noChangeAspect="1"/>
          </p:cNvPicPr>
          <p:nvPr/>
        </p:nvPicPr>
        <p:blipFill>
          <a:blip r:embed="rId2"/>
          <a:stretch>
            <a:fillRect/>
          </a:stretch>
        </p:blipFill>
        <p:spPr>
          <a:xfrm>
            <a:off x="7091395" y="2518596"/>
            <a:ext cx="4681506" cy="1849194"/>
          </a:xfrm>
          <a:prstGeom prst="rect">
            <a:avLst/>
          </a:prstGeom>
        </p:spPr>
      </p:pic>
    </p:spTree>
    <p:extLst>
      <p:ext uri="{BB962C8B-B14F-4D97-AF65-F5344CB8AC3E}">
        <p14:creationId xmlns:p14="http://schemas.microsoft.com/office/powerpoint/2010/main" val="4129852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1877C7-853E-5332-865F-09B70C61BA42}"/>
              </a:ext>
            </a:extLst>
          </p:cNvPr>
          <p:cNvSpPr>
            <a:spLocks noGrp="1"/>
          </p:cNvSpPr>
          <p:nvPr>
            <p:ph type="title"/>
          </p:nvPr>
        </p:nvSpPr>
        <p:spPr>
          <a:xfrm>
            <a:off x="612648" y="1114923"/>
            <a:ext cx="4621553" cy="1360728"/>
          </a:xfrm>
        </p:spPr>
        <p:txBody>
          <a:bodyPr anchor="b">
            <a:normAutofit/>
          </a:bodyPr>
          <a:lstStyle/>
          <a:p>
            <a:r>
              <a:rPr lang="en-GB" dirty="0"/>
              <a:t>Vector and lists</a:t>
            </a:r>
          </a:p>
        </p:txBody>
      </p:sp>
      <p:sp>
        <p:nvSpPr>
          <p:cNvPr id="3" name="Content Placeholder 2">
            <a:extLst>
              <a:ext uri="{FF2B5EF4-FFF2-40B4-BE49-F238E27FC236}">
                <a16:creationId xmlns:a16="http://schemas.microsoft.com/office/drawing/2014/main" id="{17E550EE-86A4-D9F2-53F5-C46C89C4F07C}"/>
              </a:ext>
            </a:extLst>
          </p:cNvPr>
          <p:cNvSpPr>
            <a:spLocks noGrp="1"/>
          </p:cNvSpPr>
          <p:nvPr>
            <p:ph idx="1"/>
          </p:nvPr>
        </p:nvSpPr>
        <p:spPr>
          <a:xfrm>
            <a:off x="612648" y="2584058"/>
            <a:ext cx="4621553" cy="3159018"/>
          </a:xfrm>
        </p:spPr>
        <p:txBody>
          <a:bodyPr vert="horz" lIns="91440" tIns="45720" rIns="91440" bIns="45720" rtlCol="0">
            <a:normAutofit/>
          </a:bodyPr>
          <a:lstStyle/>
          <a:p>
            <a:pPr marL="0" indent="0">
              <a:buNone/>
            </a:pPr>
            <a:r>
              <a:rPr lang="en-GB" sz="1800"/>
              <a:t>Similarities: </a:t>
            </a:r>
            <a:r>
              <a:rPr lang="en-GB" sz="1800">
                <a:ea typeface="+mn-lt"/>
                <a:cs typeface="+mn-lt"/>
              </a:rPr>
              <a:t>Both C++ and Python store games in a list. You create a vector&lt;game&gt; in C++ and add games with gamelist.append(game) in Python. Both let you keep and add games easily.</a:t>
            </a:r>
            <a:endParaRPr lang="en-US" sz="1800"/>
          </a:p>
          <a:p>
            <a:pPr marL="0" indent="0">
              <a:buNone/>
            </a:pPr>
            <a:r>
              <a:rPr lang="en-GB" sz="1800"/>
              <a:t>Differences: </a:t>
            </a:r>
            <a:r>
              <a:rPr lang="en-GB" sz="1800">
                <a:ea typeface="+mn-lt"/>
                <a:cs typeface="+mn-lt"/>
              </a:rPr>
              <a:t>C++ vectors need you to specify the type (game), so all items are the same type. Python lists can hold anything but here you add games with append(). C++ is faster but more complex, Python is simpler and manages memory for you.</a:t>
            </a:r>
          </a:p>
        </p:txBody>
      </p:sp>
      <p:pic>
        <p:nvPicPr>
          <p:cNvPr id="4" name="Picture 3" descr="A screen shot of a computer code&#10;&#10;AI-generated content may be incorrect.">
            <a:extLst>
              <a:ext uri="{FF2B5EF4-FFF2-40B4-BE49-F238E27FC236}">
                <a16:creationId xmlns:a16="http://schemas.microsoft.com/office/drawing/2014/main" id="{7478C2E7-3AB7-A88E-3E61-457AFF89F31E}"/>
              </a:ext>
            </a:extLst>
          </p:cNvPr>
          <p:cNvPicPr>
            <a:picLocks noChangeAspect="1"/>
          </p:cNvPicPr>
          <p:nvPr/>
        </p:nvPicPr>
        <p:blipFill>
          <a:blip r:embed="rId2"/>
          <a:stretch>
            <a:fillRect/>
          </a:stretch>
        </p:blipFill>
        <p:spPr>
          <a:xfrm>
            <a:off x="5691261" y="2414685"/>
            <a:ext cx="5837780" cy="2028628"/>
          </a:xfrm>
          <a:prstGeom prst="rect">
            <a:avLst/>
          </a:prstGeom>
        </p:spPr>
      </p:pic>
    </p:spTree>
    <p:extLst>
      <p:ext uri="{BB962C8B-B14F-4D97-AF65-F5344CB8AC3E}">
        <p14:creationId xmlns:p14="http://schemas.microsoft.com/office/powerpoint/2010/main" val="925127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03128a1-f158-4aef-a34b-1ed9ba64c807">
      <Terms xmlns="http://schemas.microsoft.com/office/infopath/2007/PartnerControls"/>
    </lcf76f155ced4ddcb4097134ff3c332f>
    <TaxCatchAll xmlns="7fa3003f-c2f2-4136-8afe-434ec7d0051e" xsi:nil="true"/>
    <ReferenceId xmlns="a03128a1-f158-4aef-a34b-1ed9ba64c80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A4B573BA1C6E642ABB8EACDDFB91AC7" ma:contentTypeVersion="14" ma:contentTypeDescription="Create a new document." ma:contentTypeScope="" ma:versionID="d7101eac93b60f1c0475128a22694e27">
  <xsd:schema xmlns:xsd="http://www.w3.org/2001/XMLSchema" xmlns:xs="http://www.w3.org/2001/XMLSchema" xmlns:p="http://schemas.microsoft.com/office/2006/metadata/properties" xmlns:ns2="a03128a1-f158-4aef-a34b-1ed9ba64c807" xmlns:ns3="7fa3003f-c2f2-4136-8afe-434ec7d0051e" targetNamespace="http://schemas.microsoft.com/office/2006/metadata/properties" ma:root="true" ma:fieldsID="99f4be6be5f05b652724e37a5e347158" ns2:_="" ns3:_="">
    <xsd:import namespace="a03128a1-f158-4aef-a34b-1ed9ba64c807"/>
    <xsd:import namespace="7fa3003f-c2f2-4136-8afe-434ec7d0051e"/>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3128a1-f158-4aef-a34b-1ed9ba64c807"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92e2100-e133-4bf6-a7b8-78e6c99fda8b"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a3003f-c2f2-4136-8afe-434ec7d0051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c3130a2-fdb3-4d5d-8109-d5e2f14610e9}" ma:internalName="TaxCatchAll" ma:showField="CatchAllData" ma:web="7fa3003f-c2f2-4136-8afe-434ec7d005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7D9E64-8CA5-4B61-90B4-F3A68C7DBD92}">
  <ds:schemaRefs>
    <ds:schemaRef ds:uri="http://schemas.microsoft.com/office/2006/metadata/properties"/>
    <ds:schemaRef ds:uri="http://schemas.microsoft.com/office/infopath/2007/PartnerControls"/>
    <ds:schemaRef ds:uri="a03128a1-f158-4aef-a34b-1ed9ba64c807"/>
    <ds:schemaRef ds:uri="7fa3003f-c2f2-4136-8afe-434ec7d0051e"/>
  </ds:schemaRefs>
</ds:datastoreItem>
</file>

<file path=customXml/itemProps2.xml><?xml version="1.0" encoding="utf-8"?>
<ds:datastoreItem xmlns:ds="http://schemas.openxmlformats.org/officeDocument/2006/customXml" ds:itemID="{228FE707-783D-43E1-ADAB-7667EB7FC041}">
  <ds:schemaRefs>
    <ds:schemaRef ds:uri="http://schemas.microsoft.com/sharepoint/v3/contenttype/forms"/>
  </ds:schemaRefs>
</ds:datastoreItem>
</file>

<file path=customXml/itemProps3.xml><?xml version="1.0" encoding="utf-8"?>
<ds:datastoreItem xmlns:ds="http://schemas.openxmlformats.org/officeDocument/2006/customXml" ds:itemID="{ECDFAFF6-F6A6-4F4E-B704-7B557889ED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3128a1-f158-4aef-a34b-1ed9ba64c807"/>
    <ds:schemaRef ds:uri="7fa3003f-c2f2-4136-8afe-434ec7d005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Unit 4 – Assignment 2</vt:lpstr>
      <vt:lpstr>Contents-</vt:lpstr>
      <vt:lpstr>Principles of software design</vt:lpstr>
      <vt:lpstr>Principles of software design</vt:lpstr>
      <vt:lpstr>SRP(single responsibility principle)</vt:lpstr>
      <vt:lpstr>DRY(don't repeat yourself)</vt:lpstr>
      <vt:lpstr>KISS(keep it simple, stupid)</vt:lpstr>
      <vt:lpstr>YAGNI(you ain't gonna need it  )</vt:lpstr>
      <vt:lpstr>Computational thinking </vt:lpstr>
      <vt:lpstr>Computational Thinking</vt:lpstr>
      <vt:lpstr>Abstraction</vt:lpstr>
      <vt:lpstr>Algorithm</vt:lpstr>
      <vt:lpstr>Decomposition</vt:lpstr>
      <vt:lpstr>Pattern recognition</vt:lpstr>
      <vt:lpstr>Principles of computer programming</vt:lpstr>
      <vt:lpstr>Principles of computer programming </vt:lpstr>
      <vt:lpstr>Principles of computer programming</vt:lpstr>
      <vt:lpstr>Variable Declaration </vt:lpstr>
      <vt:lpstr>Input / Output</vt:lpstr>
      <vt:lpstr>Comments</vt:lpstr>
      <vt:lpstr>Selection statements </vt:lpstr>
      <vt:lpstr>Iteration</vt:lpstr>
      <vt:lpstr>Modularity</vt:lpstr>
      <vt:lpstr>Structure and class</vt:lpstr>
      <vt:lpstr>Vector and lists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995</cp:revision>
  <dcterms:created xsi:type="dcterms:W3CDTF">2025-04-03T08:42:56Z</dcterms:created>
  <dcterms:modified xsi:type="dcterms:W3CDTF">2025-06-11T15:53:38Z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0x010100BA4B573BA1C6E642ABB8EACDDFB91AC7</vt:lpwstr>
  </property>
  <property fmtid="{D5CDD505-2E9C-101B-9397-08002B2CF9AE}" pid="3" name="Order">
    <vt:r8>58500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ies>
</file>